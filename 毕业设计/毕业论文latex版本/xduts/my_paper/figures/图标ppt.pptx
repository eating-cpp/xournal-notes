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media/image61.svg" ContentType="image/svg+xml"/>
  <Override PartName="/ppt/media/image6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8" r:id="rId3"/>
    <p:sldId id="267" r:id="rId4"/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6858000" cy="99028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89" userDrawn="1">
          <p15:clr>
            <a:srgbClr val="A4A3A4"/>
          </p15:clr>
        </p15:guide>
        <p15:guide id="2" pos="21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9BA"/>
    <a:srgbClr val="E9E3EB"/>
    <a:srgbClr val="EC7C30"/>
    <a:srgbClr val="F0B906"/>
    <a:srgbClr val="BEAECF"/>
    <a:srgbClr val="E49CA3"/>
    <a:srgbClr val="E57C84"/>
    <a:srgbClr val="CFBCD7"/>
    <a:srgbClr val="ACD5EB"/>
    <a:srgbClr val="E3F2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55" y="-480"/>
      </p:cViewPr>
      <p:guideLst>
        <p:guide orient="horz" pos="2989"/>
        <p:guide pos="21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14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5773.000 2572.000 767,'6.000'-2.000'-2,"0.000"1.000"0,0.000 0.000 2,1.000-1.000 1,-7.000 10.000-1,-4.000-1.000-2,0.000-2.000 1,-1.000 1.000-1,1.000 0.000 2,-2.000 1.000 1,2.000-3.000-1,-3.000 0.000 0,8.000-11.000 5,4.000 1.000-7,1.000 2.000 0,1.000 0.000 0,0.000 0.000 1,-1.000 1.000 1,0.000 1.000 2,2.000 1.000-2,-4.000 6.000 2,-7.000 1.000 0,-3.000-2.000-3,0.000 1.000-1,1.000 0.000 2,12.000-8.000 4,0.000-3.000-7,-2.000 2.000 2,3.000 1.000 0,-2.000 2.000 2,-3.000 7.000 2,-9.000-1.000-4,-1.000-3.000 0,0.000-1.000 0,-1.000-1.000 0,0.000-2.000 1,2.000 0.000-1,-1.000-2.000 1,2.000-1.000 1,3.000-3.000 0,3.000 0.000-2,1.000 2.000 1,2.000-1.000 0,1.000 1.000-1,2.000 0.000 4,0.000 3.000-5,0.000 1.000 2,0.000 2.000 0,-3.000 6.000 3,-8.000 0.000-2,0.000-2.000-2,-2.000 0.000 0,0.000-2.000 1,-1.000-1.000 0,1.000 0.000-1,0.000-1.000 0,-2.000 0.000 2,0.000-3.000-1,3.000 0.000 0,2.000-4.000 0,8.000 0.000 2,0.000 4.000-2,2.000-1.000-1,0.000 1.000 0,-1.000 1.000 1,1.000 1.000 0,-7.000 7.000 4,-7.000-4.000-5,-1.000-1.000-1,-1.000 0.000 0,2.000 0.000 2,-1.000-2.000-1,2.000 1.000 2,0.000-3.000 1,6.000-3.000-1,4.000 1.000-1,2.000 1.000-1,1.000 0.000 0,-1.000 1.000 1,1.000 0.000-1,3.000 2.000 3,-3.000 2.000-3,-1.000 0.000 0,0.000 1.000 0,0.000 1.000 2,1.000 1.000-1,-2.000 2.000 1,-3.000 0.000 0,-5.000 0.000 1,-2.000-2.000-3,-2.000-2.000 0,-1.000-1.000 0,1.000 0.000 1,1.000-1.000-1,-1.000-1.000 2,0.000 0.000-2,1.000-2.000 2,11.000-3.000 2,2.000 2.000-5,2.000 1.000 0,0.000 0.000-1,1.000 1.000 3,1.000 1.000-2,-5.000 1.000 1,1.000 0.000 1,-1.000 1.000 1,6.000 1.000-2,-3.000 0.000 3,-2.000 1.000 1,-1.000 1.000-5,0.000 1.000 5,-3.000 0.000-1,-4.000 2.000-1,-3.000-2.000-1,-4.000-1.000-1,0.000 0.000-1,0.000-2.000 2,1.000 1.000 0,-2.000 0.000-1,2.000-1.000 0,-1.000-1.000 0,1.000-2.000 5,8.000-6.000-1,6.000 2.000-5,3.000 0.000 0,-3.000 2.000 1,0.000 1.000 1,3.000-1.000-3,1.000 2.000 2,0.000 2.000 1,-1.000 2.000 1,-1.000 2.000-1,-2.000 1.000 3,-2.000 0.000-6,-1.000 0.000 3,-3.000 0.000 2,-1.000 0.000 1,-5.000 2.000-3,-3.000-2.000-2,1.000-2.000 1,-2.000-1.000 2,0.000 0.000-4,0.000-1.000 3,-1.000-1.000 0,2.000-2.000 0,1.000 0.000 1,10.000-6.000 6,5.000 4.000-9,3.000 1.000 0,-4.000 0.000 1,0.000 2.000-1,2.000-1.000 1,1.000 3.000 1,-3.000 0.000 2,-1.000 0.000-1,0.000 3.000 1,-4.000 3.000-1,-4.000-1.000-3,-3.000 0.000 2,-1.000-1.000-1,-3.000 0.000 0,1.000-2.000 0,-1.000-1.000 1,1.000-1.000 2,1.000-3.000-4,1.000-2.000 4,4.000-4.000 1,5.000 3.000-3,3.000-1.000-1,2.000 2.000 0,-1.000 0.000 0,1.000 2.000 0,0.000 1.000 1,-1.000 1.000 0,1.000 1.000 0,-2.000 2.000-1,-2.000 2.000 3,-2.000 2.000-2,-3.000-2.000 0,-2.000 0.000 1,-1.000-1.000 0,-3.000 0.000-2,0.000-1.000 0,0.000-2.000 0,0.000-1.000 1,1.000-2.000 0,0.000-4.000 2,3.000-2.000-1,5.000-1.000-1,1.000 2.000-1,2.000-1.000 0,1.000 2.000 1,0.000 2.000-1,1.000 0.000 1,2.000 2.000 0,-1.000 1.000 1,-1.000 4.000-2,-2.000 0.000 2,-2.000 1.000 0,-1.000 3.000-2,-2.000-1.000 2,-1.000 1.000-2,-2.000 0.000 1,-2.000 1.000-1,1.000-4.000 1,0.000 1.000-1,-3.000-2.000 5,0.000 0.000-5,-1.000-1.000 0,1.000-2.000 0,-1.000-1.000 2,2.000-2.000 0,3.000-5.000 2,4.000-1.000-4,3.000 1.000-1,1.000 3.000 1,4.000-1.000 1,-1.000 3.000-1,-1.000 2.000 1,1.000 2.000 2,-1.000 3.000-2,-2.000 3.000 1,-3.000-1.000-2,-4.000 2.000 2,-1.000-1.000-2,-2.000-1.000 0,-5.000 1.000 1,4.000-5.000-1,1.000-1.000 0,-6.000 1.000 2,4.000-2.000-1,-3.000-1.000 1,3.000-3.000 0,2.000-1.000-1,5.000-3.000 3,4.000 1.000-3,4.000 0.000-3,-3.000 3.000 2,7.000 0.000 0,-1.000 1.000-1,-5.000 1.000 1,5.000 3.000 4,-2.000 2.000-2,-2.000 0.000-3,-4.000 2.000 4,-2.000 3.000-2,-4.000-3.000 1,-2.000 2.000-1,-1.000-2.000-2,-2.000 0.000 2,-2.000 0.000-1,2.000-2.000 0,-2.000-1.000 1,1.000-2.000 1,1.000 0.000 1,1.000-5.000 0,6.000-3.000 0,5.000 0.000-4,3.000 1.000 1,2.000 0.000-1,0.000 2.000 2,-3.000 3.000-1,6.000 0.000 0,-6.000 1.000 2,2.000 2.000-1,-1.000 2.000 0,-2.000 4.000 2,-3.000-1.000-1,-2.000 3.000-2,-3.000-2.000 2,-1.000 1.000-2,-2.000-3.000 1,-1.000-1.000 0,-1.000-1.000-2,-1.000-1.000 1,0.000-1.000 0,-1.000-2.000 1,3.000-1.000 2,1.000-4.000-1,6.000-1.000 0,4.000 0.000 1,1.000 2.000-2,1.000 0.000 0,1.000 2.000-2,2.000 0.000 1,0.000 2.000 1,-1.000 0.000-1,-1.000 2.000 0,1.000 1.000 2,-4.000 3.000 1,-3.000 1.000-1,-2.000-1.000-1,-4.000 3.000 0,0.000-3.000-1,-3.000 1.000 0,2.000-3.000 0,1.000 0.000 1,-6.000 1.000-2,5.000-2.000 1,0.000-2.000 1,-2.000 1.000 0,1.000-1.000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16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5920.000 2794.000 767,'5.000'4.000'-2,"-1.000"1.000"0,2.000 1.000 0,-2.000-1.000 0,1.000 1.000 3,-3.000 3.000 1,-2.000-3.000-4,-3.000 0.000 4,-3.000-1.000-3,0.000-1.000 1,-2.000-2.000-1,0.000-3.000 2,3.000-2.000-2,2.000-5.000 4,5.000 2.000-4,4.000 1.000 1,1.000 2.000-1,0.000 1.000 0,0.000 2.000 2,-1.000 2.000-1,0.000 2.000 1,-3.000 1.000-2,-6.000 1.000 4,-2.000-3.000-4,-1.000 0.000 0,-2.000 0.000-1,0.000-2.000 3,-1.000 0.000-3,3.000-2.000 5,11.000-4.000 0,2.000 4.000-5,-1.000 1.000 0,0.000 1.000 3,-10.000 5.000 2,-2.000-3.000-5,0.000-1.000 0,-1.000 0.000 2,1.000-3.000 0,-1.000 0.000 0,0.000-1.000 0,1.000-1.000 1,0.000 0.000-1,1.000-1.000 1,0.000 1.000-1,-1.000 0.000 0,1.000-1.000 0,0.000 0.000 0,1.000-1.000-2,-1.000 0.000 2,1.000 0.000 2,-2.000 3.000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1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5803.000 2695.000 767,'-6.000'4.000'-3,"0.000"-1.000"2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20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5830.000 2680.000 767,'-4.000'5.000'-2,"-1.000"0.000"0,1.000 0.000 1,-1.000-1.000 0,-2.000 0.000 3,14.000-5.000-4,-2.000-2.000 4,-9.000 8.000 0,-4.000-2.000-4,0.000-1.000-1,1.000-2.000 3,1.000-2.000 1,8.000-4.000 2,1.000 1.000-4,2.000-1.000 1,1.000 1.000-2,0.000 1.000 1,-13.000 6.000 6,1.000-1.000-7,-1.000-1.000 0,5.000-7.000 6,5.000 1.000-6,1.000 1.000 1,1.000 0.000 1,-11.000 2.000 3,0.000 3.000-5,-1.000 0.000 1,3.000-4.000 3,7.000-2.000-3,2.000 1.000 0,1.000 0.000 0,-1.000 3.000-1,4.000-1.000 3,-3.000 2.000 0,-11.000 8.000 3,1.000-2.000-6,-2.000 0.000-1,8.000-11.000 8,3.000 0.000-7,0.000 1.000 0,1.000-1.000-1,-10.000 12.000 5,-2.000-1.000 0,1.000-2.000-2,10.000-4.000 3,-3.000 8.000-3,-4.000 0.000-2,-2.000 0.000 0,1.000-1.000 2,1.000 1.000 0,2.000 0.000 4,-4.000-2.000-5,9.000-10.000 2,0.000 0.000-3,-6.000 12.000 4,8.000-5.000-2,-1.000-5.000-2,0.000 1.000 1,-9.000 9.000 3,-3.000 1.000-4,0.000-4.000 0,1.000 0.000 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21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5758.000 2695.000 767,'-4.000'5.000'0,"6.000"-12.000"-2,2.000 3.000 0,-6.000 9.000 4,-1.000 1.000-4,0.000-1.000 1,-1.000 2.000 0,10.000-8.000 5,1.000-3.000-6,-1.000-1.000 1,-1.000 1.000-1,-8.000 10.000 7,0.000-1.000-7,-1.000 0.000 0,0.000 1.000 0,9.000-12.000 7,-1.000 2.000-6,1.000-1.000-1,-1.000 1.000 0,2.000-2.000 2,-1.000 1.000 6,-10.000 9.000-6,0.000 0.000-2,-1.000 1.000 0,1.000-1.000 0,-2.000 0.000 2,2.000 0.000 6,1.000 1.000-8,0.000 0.000 0,-2.000 0.000 2,9.000-12.000 4,2.000 0.000-7,-8.000 1.000 6,8.000-1.000-5,-1.000 2.000 1,0.000-2.000-1,-10.000 8.000 7,0.000 5.000-7,9.000-13.000 4,2.000-1.000-5,-1.000 1.000 1,-1.000 0.000 3,-9.000 5.000 3,2.000-2.000-4,-2.000 7.000 0,1.000 2.000-2,7.000-12.000 3,4.000 3.000-3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22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5758.000 2605.000 767,'-7.000'4.000'-3,"2.000"1.000"2,0.000 0.000 0,2.000 1.000 1,0.000 1.000 0,2.000-1.000 3,-1.000 0.000-5,-1.000 1.000 1,0.000-2.000 0,-1.000 1.000 1,11.000-8.000 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22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5734.000 2665.000 767,'-2.000'6.000'-2,"-2.000"-1.000"0,1.000 0.000 1,-1.000 0.000 2,12.000-5.000 1,-2.000-1.000-4,-7.000 7.000 4,-4.000 1.000-4,0.000-1.000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27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5728.000 2728.000 767,'-6.000'3.000'-2,"6.000"3.000"2,-2.000 1.000-2,-2.000-2.000 2,9.000-10.000 2,-1.000 0.000-4,-6.000 10.000 3,-1.000 4.000-2,1.000-4.000-1,1.000 2.000 2,4.000-12.000 4,1.000-1.000-6,-1.000 1.000 2,0.000-3.000-1,0.000 2.000 0,-1.000 0.000 2,1.000-2.000-1,0.000 1.000-1,0.000-1.000 0,-1.000 2.000 1,1.000-1.000-1,-1.000 0.000 4,-1.000 0.000-2,-1.000 0.000 0,0.000 1.000-2,-1.000-1.000 1,1.000 0.000 0,0.000 0.000 0,0.000 0.000 0,0.000 1.000 2,0.000 0.000-4,-2.000 0.000 2,-1.000 0.000 0,0.000 0.000 2,0.000 0.000-3,2.000-1.000 0,0.000 2.000 2,-1.000-2.000-1,2.000 1.000-1,0.000 0.000 3,-3.000 1.000-2,3.000 11.000 0,-4.000-1.000-1,2.000 1.000 1,2.000 0.000 1,0.000 0.000-1,0.000 1.000 0,0.000 0.000-2,-3.000-2.000 2,1.000 1.000 2,0.000 2.000-4,2.000-2.000 3,4.000-1.000 0,-3.000 2.000-1,1.000-1.000-1,1.000 0.000 1,0.000 0.000 0,-2.000 1.000 1,-2.000-1.000-3,1.000 1.000 3,1.000 0.000-1,0.000 1.000-2,2.000-2.000 3,-2.000-1.000 1,1.000 3.000-3,1.000-2.000 0,2.000 0.000 1,1.000-3.000 0,2.000-2.000 1,-2.000 2.000-3,-1.000 1.000 3,0.000 1.000-1,1.000-4.000 0,1.000-2.000 0,0.000 1.000 0,0.000 0.000 0,0.000 1.000 0,0.000 1.000 0,-1.000 0.000 0,1.000 2.000 0,-2.000 1.000 0,0.000-1.000 0,1.000 0.000 0,1.000-1.000 0,-1.000 0.000 1,-1.000 3.000-3,-3.000-1.000 3,0.000 3.000-1,-3.000-2.000 0,0.000 1.000 0,-1.000-1.000-1,-3.000-1.000 2,2.000 1.000 1,7.000-1.000-2,1.000 1.000-2,-1.000-2.000 2,0.000 2.000 0,-3.000 1.000 0,1.000 0.000 1,4.000-3.000 0,0.000 0.000-3,0.000-1.000 2,0.000 1.000 0,-2.000 1.000 0,1.000-1.000-1,-11.000-6.000 4,0.000 2.000-4,0.000-3.000 1,1.000 0.000-1,0.000 0.000 1,-2.000-1.000 0,1.000 2.000 0,0.000 0.000 1,0.000 0.000-1,-1.000 0.000 0,1.000 2.000-1,0.000-1.000 2,1.000-3.000-1,-2.000 3.000 0,0.000 1.000 1,-1.000 0.000-3,2.000 0.000 2,0.000-1.000 0,0.000-1.000 1,0.000 0.000 0,0.000 0.000-2,0.000 1.000 1,-1.000-2.000 1,1.000 1.000-2,-1.000 0.000 0,3.000-3.000 1,2.000-2.000 0,2.000 1.000 0,0.000-1.000 1,2.000 0.000-2,-1.000 0.000 1,2.000 1.000 0,0.000 0.000-1,1.000 1.000 2,-1.000 0.000-2,1.000 0.000 0,1.000 0.000 2,0.000-1.000-1,1.000 5.000 2,1.000 1.000-3,0.000 0.000 2,-1.000 4.000-1,-5.000 2.000 0,-7.000 0.000-1,1.000-1.000 0,1.000 0.000 0,-3.000 0.000 0,1.000-1.000 3,13.000-5.000 1,0.000 0.000-5,1.000 2.000 1,-1.000 0.000 1,-1.000 3.000 1,-3.000 2.000-1,-5.000 0.000 1,-2.000 0.000-1,-1.000-1.000-1,2.000 2.000 1,0.000-1.000 0,0.000-12.000 2,3.000-1.000-3,5.000 1.000 0,2.000 2.000 1,-1.000 0.000-2,1.000-1.000 3,-1.000 1.000-3,0.000-1.000 2,-2.000 1.000 2,-5.000-2.000 1,-6.000 7.000-4,1.000 3.000 0,1.000 0.000-1,0.000 2.000 2,0.000 0.000 0,1.000-1.000-2,1.000 0.000 2,-2.000 1.000 2,2.000-1.000 2,8.000-10.000-4,1.000 0.000-2,-1.000-1.000-1,1.000-1.000 4,-2.000 3.000-2,0.000-3.000 4,0.000 1.000-5,-1.000-1.000 1,0.000 1.000 0,-2.000-1.000 3,0.000 0.000-2,-2.000 0.000 0,1.000 0.000 2,0.000-1.000-3,0.000 2.000 1,2.000 0.000-1,0.000-1.000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2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5842.000 2707.000 767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2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5845.000 2659.000 767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3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5911.000 2575.000 767,'5.000'-2.000'-2,"1.000"1.000"0,1.000 1.000 1,-7.000 6.000 4,-6.000-3.000-4,-1.000-4.000 0,6.000-5.000 3,6.000 2.000-3,1.000 0.000-1,0.000-1.000 2,0.000 1.000 0,-10.000-1.000 3,-3.000 4.000-5,0.000 0.000 2,1.000 1.000 0,0.000-2.000 2,-1.000 0.000-3,1.000 1.000 0,-1.000 0.000 1,0.000 1.000 1,0.000 0.000-2,1.000-1.000 2,0.000-3.000-2,1.000 0.000 1,1.000-1.000 2,10.000 0.000-2,0.000 3.000-2,0.000-2.000 2,1.000 1.000-1,0.000 0.000 0,0.000 2.000 0,-14.000 1.000 6,-1.000 1.000-8,2.000 0.000 2,-1.000-1.000 1,0.000 2.000 2,1.000-1.000-2,13.000-3.000 2,1.000 1.000-5,0.000 1.000 1,0.000 0.000 4,0.000 0.000-4,0.000 0.000 2,-1.000 0.000 2,-11.000-5.000 1,-3.000 2.000-4,12.000-2.000 2,1.000 4.000-3,2.000 0.000 1,-15.000 1.000 4,1.000 1.000-4,-1.000 0.000 0,1.000 0.000 1,0.000 1.000 1,-1.000 1.000-2,1.000 0.000 2,0.000-2.000-2,0.000 1.000 2,0.000 0.000 0,-1.000-4.000-1,1.000 1.000-2,-1.000 0.000 2,0.000 3.000 0,1.000-1.000 0,0.000 0.000 0,-1.000-3.000 1,1.000 1.000-1,0.000 0.000 0,0.000 1.000-1,-1.000 0.000 2,1.000 0.000 0,0.000 2.000-2,0.000-1.000 2,-1.000 2.000-2,1.000 0.000 0,0.000-2.000 1,0.000-2.000 2,0.000 4.000-2,12.000-5.000 0,2.000 1.000-2,-2.000-1.000 1,0.000 1.000 0,3.000-1.000 1,-2.000 0.000-1,1.000 1.000 1,-1.000 0.000 1,-1.000 1.000 1,1.000 0.000-2,1.000-3.000-1,-2.000 1.000 2,1.000-2.000-3,-2.000 2.000 3,2.000 1.000 0,-1.000 1.000 0,1.000 0.000-2,0.000 1.000 1,-1.000 0.000 0,0.000 1.000-1,0.000 0.000 2,0.000 0.000 0,0.000 0.000-2,0.000 2.000 2,0.000 0.000-2,1.000 0.000 1,-2.000-2.000 0,2.000-1.000 2,-1.000 1.000-2,0.000 0.000-1,-1.000 1.000 2,-6.000 4.000-1,-3.000-2.000-1,-1.000-1.000 0,-2.000 2.000-1,1.000-1.000 3,-1.000 2.000-4,0.000-2.000 2,-1.000 2.000 1,1.000-1.000-1,2.000-1.000 0,-2.000 0.000 2,1.000 1.000 0,-1.000-1.000 0,1.000 1.000-1,1.000-1.000-1,1.000 0.000 2,0.000 1.000-1,1.000 0.000 0,0.000 0.000 0,1.000-1.000 3,-1.000 1.000-5,0.000 2.000 2,0.000-1.000 2,0.000-2.000-1,0.000 2.000-1,-1.000 1.000-1,1.000-2.000 0,8.000-9.000 5,-1.000 9.000-4,1.000-2.000-2,1.000-7.000 3,1.000-1.000-3,1.000-2.000 0,-1.000 1.000 1,-3.000 0.000 2,1.000 1.000-3,1.000-3.000 2,-1.000 0.000 1,-2.000 0.000 1,-1.000-1.000-1,0.000 0.000-3,-1.000 0.000 1,0.000 1.000 3,0.000-3.000-3,-1.000 0.000 0,-1.000 3.000 2,1.000-2.000-2,1.000 3.000 3,2.000 1.000 0,3.000 2.000-2,1.000-2.000-1,-2.000 1.000 0,1.000-1.000 0,3.000-1.000-2,-3.000 1.000 6,2.000-2.000-5,-2.000 1.000 3,-1.000 2.000-1,0.000-2.000 2,-2.000 1.000-2,-3.000-2.000 2,-4.000 2.000-2,-2.000 4.000 0,-2.000-1.000 0,1.000 2.000-1,0.000 0.000 1,-1.000 1.000-1,1.000 1.000 1,-1.000-1.000 0,-1.000 0.000 0,3.000 0.000 0,0.000 1.000 0,-1.000-1.000 0,1.000 0.000 1,-1.000 0.000 0,0.000-1.000-2,1.000-1.000 3,0.000-2.000-2,1.000-2.000 0,-1.000 3.000 1,0.000 2.000-1,0.000 2.000-2,0.000 1.000 2,1.000 0.000 1,-2.000-5.000 0,0.000 1.000-3,1.000-1.000 3,0.000 1.000-2,-1.000-1.000 3,1.000 1.000-3,0.000 1.000 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4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5743.000 2515.000 767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4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5734.000 2791.000 767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5734.000 2803.000 767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5719.000 2821.000 767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5716.000 2821.000 767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5713.000 2782.000 767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5713.000 2797.000 767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5713.000 2818.000 767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6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5713.000 2830.000 767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6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5725.000 2839.000 767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6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5728.000 2839.000 767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6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5956.000 2884.000 767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7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5926.000 2890.000 767,'-7.000'1.000'-2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7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5914.000 2893.000 767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7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5842.000 2488.000 767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5821.000 2488.000 767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5812.000 2485.000 767,'-7.000'0.000'-2,"1.000"1.000"2,-1.000 0.000-1,1.000 0.000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5755.000 2497.000 767,'-3.000'-7.000'-2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5740.000 2488.000 767,'-7.000'-4.000'-2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8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5716.000 2485.000 767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9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5713.000 2509.000 767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9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5713.000 2524.000 767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39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5713.000 2545.000 767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0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5836.000 2479.000 767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0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5869.000 2497.000 767,'5.000'-5.000'-3,"1.000"3.000"2,0.000 4.000 1,-2.000 2.000 2,3.000-3.000-2,0.000-1.000-1,-1.000 0.000 0,0.000 0.000 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0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5908.000 2488.000 767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1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5890.000 2488.000 767,'-6.000'3.000'-2,"4.000"2.000"1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1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5935.000 2728.000 767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1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5926.000 2740.000 767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1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5908.000 2755.000 767,'-6.000'2.000'-2,"0.000"0.000"0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2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5845.000 2845.000 767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3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5752.000 2782.000 767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3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5737.000 2761.000 767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3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5830.000 2872.000 767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4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5851.000 2872.000 767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4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5869.000 2875.000 767,'6.000'0.000'-2,"0.000"1.000"0,-2.000 3.000 3,1.000 0.000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5896.000 2884.000 767,'-7.000'0.000'-2,"1.000"0.000"2,0.000 0.000 0,-1.000-1.000-1,1.000-1.000 1,0.000 1.000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45"/>
    </inkml:context>
    <inkml:brush xml:id="br0">
      <inkml:brushProperty name="width" value="0.05292" units="cm"/>
      <inkml:brushProperty name="height" value="0.05292" units="cm"/>
      <inkml:brushProperty name="color" value="#eea7be"/>
    </inkml:brush>
  </inkml:definitions>
  <inkml:trace contextRef="#ctx0" brushRef="#br0">5830.000 2863.000 767,'-6.000'3.000'-2,"0.000"-1.000"0,0.000 0.000 2,-1.000-1.000-2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3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5896.000 2950.000 767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3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5920.000 2956.000 767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3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5935.000 2965.000 767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3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5908.000 2974.000 767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4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5929.000 2983.000 767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4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5941.000 2983.000 767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4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5959.000 2986.000 767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4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5971.000 2989.000 767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4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5986.000 2995.000 767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4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6004.000 2998.000 767,'5.000'3.000'-2,"1.000"-1.000"2,-1.000 1.000 0,1.000-2.000-2,0.000 1.000 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5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6043.000 3007.000 767,'5.000'-4.000'-2,"1.000"1.000"1,-3.000-2.000 2,-3.000-2.000-2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5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6043.000 2977.000 767,'-5.000'-4.000'-2,"-1.000"1.000"2,2.000-2.000 0,0.000 0.000-1,-1.000 2.000 1,0.000 0.000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5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6013.000 2956.000 767,'-6.000'-3.000'-2,"0.000"0.000"1,0.000 2.000 0,-1.000 1.000 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8:56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5980.000 2953.000 767,'-7.000'0.000'-2,"1.000"0.000"2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49:24"/>
    </inkml:context>
    <inkml:brush xml:id="br0">
      <inkml:brushProperty name="width" value="0.05292" units="cm"/>
      <inkml:brushProperty name="height" value="0.05292" units="cm"/>
      <inkml:brushProperty name="color" value="#2f231e"/>
    </inkml:brush>
  </inkml:definitions>
  <inkml:trace contextRef="#ctx0" brushRef="#br0">5644.000 2895.000 767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3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4758.000 3107.000 767,'6.000'0.000'-2,"0.000"3.000"2,0.000 1.000-2,-1.000 1.000 0,-2.000 2.000 2,-2.000-1.000 3,-3.000-12.000-2,2.000-2.000-5,2.000 2.000 6,4.000 3.000-1,1.000 3.000-2,0.000 0.000 1,-1.000-2.000 2,-5.000-4.000-3,-1.000-1.000 2,6.000 9.000-1,-2.000 3.000 0,-5.000-12.000-1,-3.000 2.000 0,0.000-1.000 2,-2.000 9.000 0,0.000-7.000-2,0.000 2.000 0,-1.000 0.000 0,1.000 4.000 2,7.000 4.000 1,5.000-4.000-2,-4.000 4.000 0,5.000-5.000-1,0.000 1.000 0,-2.000 2.000 0,0.000 1.000 2,0.000-1.000-1,0.000 1.000 1,1.000-2.000-1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4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4863.000 3098.000 767,'0.000'6.000'-2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4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4881.000 3131.000 767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6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4869.000 3116.000 767,'6.000'1.000'-2,"1.000"2.000"0,-2.000 2.000 2,-1.000 0.000-1,0.000-1.000 1,3.000-4.000 3,-2.000 4.000-4,1.000-2.000 2,0.000 0.000-3,-1.000 1.000 2,1.000-2.000 1,-11.000-4.000 0,0.000-3.000-2,2.000 2.000 0,-2.000-2.000 0,2.000 0.000 3,0.000 1.000-1,-2.000 1.000-2,-1.000 1.000 0,0.000-2.000 1,2.000 0.000 0,0.000 1.000 0,-2.000 0.000 0,1.000 2.000 0,-1.000-1.000 2,3.000-3.000-3,-2.000 3.000 1,-1.000 1.000 0,1.000-2.000 1,0.000 0.000-1,-1.000 1.000-1,4.000-2.000 2,8.000 3.000-1,0.000 5.000-2,-1.000 1.000 3,2.000-3.000-2,-1.000 0.000 2,-2.000 4.000 0,1.000-1.000-2,-2.000 1.000 0,1.000 1.000 2,1.000-2.000 0,-2.000 2.000-2,-1.000 0.000 0,0.000 0.000 0,4.000-2.000 3,-3.000 1.000-2,1.000 1.000 1,-1.000 0.000-3,-1.000 0.000 3,2.000 0.000-1,0.000-1.000 0,-1.000 1.000-1,-2.000 1.000 2,1.000-1.000 0,1.000 0.000-1,1.000 0.000-1,1.000-2.000 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6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4941.000 3182.000 767,'5.000'4.000'-2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6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4950.000 3179.000 767,'5.000'3.000'-2,"-2.000"3.000"0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6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4959.000 3179.000 767,'-6.000'-5.000'-2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7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4947.000 3158.000 767,'5.000'5.000'-3,"-1.000"0.000"2,-1.000 1.000 0,-2.000 0.000 3,1.000 0.000-2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7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4959.000 3182.000 767,'5.000'3.000'-2,"-1.000"2.000"2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7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4971.000 3194.000 767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4920.000 3143.000 767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4881.000 3116.000 767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4863.000 3095.000 767,'-5.000'-5.000'-2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4842.000 3077.000 767,'-3.000'-6.000'-2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4827.000 3065.000 767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4815.000 3047.000 767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4809.000 3044.000 767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8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4803.000 3035.000 767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6" units="1/cm"/>
          <inkml:channelProperty channel="Y" name="resolution" value="28.34646" units="1/cm"/>
          <inkml:channelProperty channel="F" name="resolution" value="0" units="1/dev"/>
        </inkml:channelProperties>
      </inkml:inkSource>
      <inkml:timestamp xml:id="ts0" timeString="2026-05-02T10:59:09"/>
    </inkml:context>
    <inkml:brush xml:id="br0">
      <inkml:brushProperty name="width" value="0.05292" units="cm"/>
      <inkml:brushProperty name="height" value="0.05292" units="cm"/>
      <inkml:brushProperty name="color" value="#b5a7ee"/>
    </inkml:brush>
  </inkml:definitions>
  <inkml:trace contextRef="#ctx0" brushRef="#br0">4797.000 3026.000 767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07"/>
    </inkml:context>
    <inkml:brush xml:id="br0">
      <inkml:brushProperty name="width" value="0.0529194456206428" units="cm"/>
      <inkml:brushProperty name="height" value="0.0529194456206428" units="cm"/>
      <inkml:brushProperty name="color" value="#eea7be"/>
      <inkml:brushProperty name="ignorePressure" value="0"/>
    </inkml:brush>
  </inkml:definitions>
  <inkml:trace contextRef="#ctx0" brushRef="#br0">2034.000 4523.000 767,'4.776'4.475'-2,"0.638"-1.073"0,-2.778 2.056 2,-9.204-1.249 1,-1.143-4.623-3,0.768-0.813 1,-0.881-1.599 1,2.235-2.049 1,3.321-1.056-2,7.683 2.514 4,2.682-0.383-5,-0.122 0.698 0,-0.358 1.404 1,0.866 1.083 2,-0.939 2.254-1,-2.837 3.452 3,-6.655 1.585-3,-4.046-2.900 0,-1.534-1.828-2,0.130-2.461 4,0.019-1.788-3,-0.122-1.192 0,2.267 0.144 0,0.860-0.947 1,4.827-2.193 3,5.363 3.820-2,1.441 0.363-2,1.587 0.244-2,-0.936 0.733 1,-1.530 0.549 2,0.191 1.249 1,-10.839 4.588 5,-2.705-1.786-8,-0.818-1.483 0,1.708-1.121 2,-1.028-0.823-1,0.380-0.464 0,0.293-0.612 1,0.343-0.563 4,-0.635-1.876-5,2.937-2.246 0,5.104-1.300 2,4.724 2.216 0,-0.364 2.878-3,0.700 1.554 1,0.708 1.852 1,-3.379 3.998 2,-7.028 0.199 0,-2.675-2.437-3,-0.937-1.590 1,-1.472-0.908-2,0.978-1.549 2,-0.174-2.622 2,2.782-0.034-2,1.166-1.123-2,6.603-1.243 5,3.824 2.508-4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07"/>
    </inkml:context>
    <inkml:brush xml:id="br0">
      <inkml:brushProperty name="width" value="0.0529194456206428" units="cm"/>
      <inkml:brushProperty name="height" value="0.0529194456206428" units="cm"/>
      <inkml:brushProperty name="color" value="#eea7be"/>
      <inkml:brushProperty name="ignorePressure" value="0"/>
    </inkml:brush>
  </inkml:definitions>
  <inkml:trace contextRef="#ctx0" brushRef="#br0">1995.000 4487.000 767,'-8.696'-0.658'0,"1.015"-1.579"-6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09"/>
    </inkml:context>
    <inkml:brush xml:id="br0">
      <inkml:brushProperty name="width" value="0.0529194456206428" units="cm"/>
      <inkml:brushProperty name="height" value="0.0529194456206428" units="cm"/>
      <inkml:brushProperty name="color" value="#eea7be"/>
      <inkml:brushProperty name="ignorePressure" value="0"/>
    </inkml:brush>
  </inkml:definitions>
  <inkml:trace contextRef="#ctx0" brushRef="#br0">1980.000 4502.000 767,'-5.311'3.237'-2,"1.692"1.618"1,1.899 1.096 0,0.642 1.505 1,0.763-0.820 0,0.279-0.072 1,-5.759-3.873 0,5.510 4.794-3,0.355-1.145 2,0.022-0.081 0,4.579-2.216 2,-3.142 1.843-3,-3.319 0.590 1,-4.065-5.107 0,11.132 1.776 1,0.689-1.088-3,0.679-1.311 2,-0.544 2.058 1,0.213-0.010-1,1.329-0.417-2,-1.071-1.485 2,-0.505-0.878 2,0.579-0.109-2,-0.199 0.096-1,-0.223 0.002 3,-0.046-0.004-2,0.309 0.000-1,-0.306 0.000 0,-0.125 0.000 3,-3.313-6.104-2,-3.486 0.119-2,-4.278 1.334 3,-1.916 0.898-2,1.119 1.854-1,-1.730 0.452 1,1.257 0.997 3,-0.092 0.437-2,0.020 0.518 1,1.403 2.965 1,-1.543-3.479-4,-0.165-1.108 2,4.150-4.688 2,7.694 2.090-3,1.300 0.782 0,0.934 2.037 0,-1.390 2.077 1,0.713 2.841-1,-1.416-0.620 2,0.646-0.103 0,-2.389 2.028 0,1.594-1.731-1,-1.138 1.796 0,1.352-1.222 0,-0.097-0.047-1,-9.004 1.286 3,-2.681-4.486-2,9.661 4.210 0,-10.342-4.253 0,1.229-2.251-1,-0.138-0.203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30"/>
    </inkml:context>
    <inkml:brush xml:id="br0">
      <inkml:brushProperty name="width" value="0.0529194456206428" units="cm"/>
      <inkml:brushProperty name="height" value="0.0529194456206428" units="cm"/>
      <inkml:brushProperty name="color" value="#eea7be"/>
      <inkml:brushProperty name="ignorePressure" value="0"/>
    </inkml:brush>
  </inkml:definitions>
  <inkml:trace contextRef="#ctx0" brushRef="#br0">1974.000 4479.000 767,'-5.246'-3.455'-2,"6.519"-2.583"2,3.203 1.808 0,1.915 2.903 0,0.295 1.316-1,-0.559 0.069 1,0.865-0.056 1,-0.754-0.003-3,-0.225 2.132 4,0.372-1.290-4,0.059-0.519 2,-0.519 1.461 1,1.061-0.834-1,-0.484 0.384 0,-0.377 0.384 1,-0.034-3.513-1,-8.545-3.854 0,-3.925 2.932-1,0.297 0.464 0,0.370-0.673 3,-0.357 4.643-4,-0.151-0.274 2,0.044-1.317 1,2.504-5.054 0,-2.299 3.676-2,-0.464 1.408 0,0.018-0.154 2,0.250-0.003 0,-0.386 0.001-2,0.491 0.000 2,0.904-3.106-1,8.028-2.178 0,3.090 7.202 0,0.150-1.367-1,-0.002-0.547 2,-0.191 2.186-2,0.284-1.448 0,0.134-0.724 2,-0.825 2.830 0,1.225-2.631-3,0.024-0.296 3,-0.851-1.055 0,0.056-0.726-2,-7.519-4.035 2,-4.685 5.542-2,0.931-2.495 1,-1.040 2.936 1,-0.045-0.086-1,0.373 0.000 0,-0.080-2.521 0,-0.050 2.025-2,-0.063 0.513 4,0.583 3.012-2,-0.510-3.048-2,0.028 0.007 4,0.105-0.175-2,9.042-5.072 0,0.054-0.193 0,3.182 4.344 0,-0.092 1.811-1,-0.527 1.611 2,0.659-2.321-1,-0.259 0.008-1,-2.666 5.333 2,2.863-4.657-1,-0.508 1.113 0,0.476-0.510-1,0.023-1.358 2,-0.205 0.081-1,0.150-0.002 0,0.175 0.000-1,-0.499 2.637 2,0.261-1.364-3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1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1503.000 4716.000 767,'5.969'1.659'-2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1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1524.000 4725.000 767,'0.823'6.099'-2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1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1530.000 4734.000 767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2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1521.000 4713.000 767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2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1524.000 4716.000 767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3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1554.000 4719.000 767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3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1581.000 4737.000 767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3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1587.000 4734.000 767,'-3.442'-5.286'-2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3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1575.000 4722.000 767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4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1566.000 4719.000 767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4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1560.000 4713.000 767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4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1551.000 4713.000 767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4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1542.000 4710.000 767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4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1551.000 4701.000 767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4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1554.000 4698.000 767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6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1611.000 4746.000 767,'2.450'6.280'-2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05-03T11:30:56"/>
    </inkml:context>
    <inkml:brush xml:id="br0">
      <inkml:brushProperty name="width" value="0.0529194456206428" units="cm"/>
      <inkml:brushProperty name="height" value="0.0529194456206428" units="cm"/>
      <inkml:brushProperty name="color" value="#b5a7ef"/>
      <inkml:brushProperty name="ignorePressure" value="0"/>
    </inkml:brush>
  </inkml:definitions>
  <inkml:trace contextRef="#ctx0" brushRef="#br0">1626.000 4764.000 767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8059.000 2082.000,'240.000'-183.000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8299.000 1902.000,'177.000'240.000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8467.000 2148.000,'-15.000'93.000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8251.000 2307.000,'216.000'-165.000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8056.000 2082.000,'39.000'96.000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8059.000 2073.000,'192.000'234.000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8251.000 2313.000,'21.000'72.000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05-03T21:06:43"/>
    </inkml:context>
    <inkml:brush xml:id="br0">
      <inkml:brushProperty name="width" value="0.0176388888888889" units="cm"/>
      <inkml:brushProperty name="height" value="0.0176388888888889" units="cm"/>
      <inkml:brushProperty name="color" value="#f80600"/>
      <inkml:brushProperty name="ignorePressure" value="0"/>
    </inkml:brush>
  </inkml:definitions>
  <inkml:trace contextRef="#ctx0" brushRef="#br0">8275.000 2388.000,'177.000'-144.000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392" y="1143000"/>
            <a:ext cx="213721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customXml" Target="../ink/ink68.xml"/><Relationship Id="rId98" Type="http://schemas.openxmlformats.org/officeDocument/2006/relationships/image" Target="../media/image37.png"/><Relationship Id="rId97" Type="http://schemas.openxmlformats.org/officeDocument/2006/relationships/customXml" Target="../ink/ink67.xml"/><Relationship Id="rId96" Type="http://schemas.openxmlformats.org/officeDocument/2006/relationships/image" Target="../media/image36.png"/><Relationship Id="rId95" Type="http://schemas.openxmlformats.org/officeDocument/2006/relationships/customXml" Target="../ink/ink66.xml"/><Relationship Id="rId94" Type="http://schemas.openxmlformats.org/officeDocument/2006/relationships/image" Target="../media/image35.png"/><Relationship Id="rId93" Type="http://schemas.openxmlformats.org/officeDocument/2006/relationships/customXml" Target="../ink/ink65.xml"/><Relationship Id="rId92" Type="http://schemas.openxmlformats.org/officeDocument/2006/relationships/image" Target="../media/image34.png"/><Relationship Id="rId91" Type="http://schemas.openxmlformats.org/officeDocument/2006/relationships/image" Target="../media/image33.png"/><Relationship Id="rId90" Type="http://schemas.openxmlformats.org/officeDocument/2006/relationships/customXml" Target="../ink/ink64.xml"/><Relationship Id="rId9" Type="http://schemas.openxmlformats.org/officeDocument/2006/relationships/customXml" Target="../ink/ink3.xml"/><Relationship Id="rId89" Type="http://schemas.openxmlformats.org/officeDocument/2006/relationships/image" Target="../media/image32.png"/><Relationship Id="rId88" Type="http://schemas.openxmlformats.org/officeDocument/2006/relationships/customXml" Target="../ink/ink63.xml"/><Relationship Id="rId87" Type="http://schemas.openxmlformats.org/officeDocument/2006/relationships/image" Target="../media/image31.png"/><Relationship Id="rId86" Type="http://schemas.openxmlformats.org/officeDocument/2006/relationships/customXml" Target="../ink/ink62.xml"/><Relationship Id="rId85" Type="http://schemas.openxmlformats.org/officeDocument/2006/relationships/image" Target="../media/image30.png"/><Relationship Id="rId84" Type="http://schemas.openxmlformats.org/officeDocument/2006/relationships/customXml" Target="../ink/ink61.xml"/><Relationship Id="rId83" Type="http://schemas.openxmlformats.org/officeDocument/2006/relationships/image" Target="../media/image29.png"/><Relationship Id="rId82" Type="http://schemas.openxmlformats.org/officeDocument/2006/relationships/customXml" Target="../ink/ink60.xml"/><Relationship Id="rId81" Type="http://schemas.openxmlformats.org/officeDocument/2006/relationships/image" Target="../media/image28.png"/><Relationship Id="rId80" Type="http://schemas.openxmlformats.org/officeDocument/2006/relationships/customXml" Target="../ink/ink59.xml"/><Relationship Id="rId8" Type="http://schemas.openxmlformats.org/officeDocument/2006/relationships/image" Target="../media/image12.png"/><Relationship Id="rId79" Type="http://schemas.openxmlformats.org/officeDocument/2006/relationships/customXml" Target="../ink/ink58.xml"/><Relationship Id="rId78" Type="http://schemas.openxmlformats.org/officeDocument/2006/relationships/customXml" Target="../ink/ink57.xml"/><Relationship Id="rId77" Type="http://schemas.openxmlformats.org/officeDocument/2006/relationships/customXml" Target="../ink/ink56.xml"/><Relationship Id="rId76" Type="http://schemas.openxmlformats.org/officeDocument/2006/relationships/customXml" Target="../ink/ink55.xml"/><Relationship Id="rId75" Type="http://schemas.openxmlformats.org/officeDocument/2006/relationships/customXml" Target="../ink/ink54.xml"/><Relationship Id="rId74" Type="http://schemas.openxmlformats.org/officeDocument/2006/relationships/customXml" Target="../ink/ink53.xml"/><Relationship Id="rId73" Type="http://schemas.openxmlformats.org/officeDocument/2006/relationships/customXml" Target="../ink/ink52.xml"/><Relationship Id="rId72" Type="http://schemas.openxmlformats.org/officeDocument/2006/relationships/customXml" Target="../ink/ink51.xml"/><Relationship Id="rId71" Type="http://schemas.openxmlformats.org/officeDocument/2006/relationships/image" Target="../media/image27.png"/><Relationship Id="rId70" Type="http://schemas.openxmlformats.org/officeDocument/2006/relationships/customXml" Target="../ink/ink50.xml"/><Relationship Id="rId7" Type="http://schemas.openxmlformats.org/officeDocument/2006/relationships/customXml" Target="../ink/ink2.xml"/><Relationship Id="rId69" Type="http://schemas.openxmlformats.org/officeDocument/2006/relationships/customXml" Target="../ink/ink49.xml"/><Relationship Id="rId68" Type="http://schemas.openxmlformats.org/officeDocument/2006/relationships/image" Target="../media/image26.png"/><Relationship Id="rId67" Type="http://schemas.openxmlformats.org/officeDocument/2006/relationships/customXml" Target="../ink/ink48.xml"/><Relationship Id="rId66" Type="http://schemas.openxmlformats.org/officeDocument/2006/relationships/image" Target="../media/image25.png"/><Relationship Id="rId65" Type="http://schemas.openxmlformats.org/officeDocument/2006/relationships/customXml" Target="../ink/ink47.xml"/><Relationship Id="rId64" Type="http://schemas.openxmlformats.org/officeDocument/2006/relationships/customXml" Target="../ink/ink46.xml"/><Relationship Id="rId63" Type="http://schemas.openxmlformats.org/officeDocument/2006/relationships/customXml" Target="../ink/ink45.xml"/><Relationship Id="rId62" Type="http://schemas.openxmlformats.org/officeDocument/2006/relationships/customXml" Target="../ink/ink44.xml"/><Relationship Id="rId61" Type="http://schemas.openxmlformats.org/officeDocument/2006/relationships/customXml" Target="../ink/ink43.xml"/><Relationship Id="rId60" Type="http://schemas.openxmlformats.org/officeDocument/2006/relationships/customXml" Target="../ink/ink42.xml"/><Relationship Id="rId6" Type="http://schemas.openxmlformats.org/officeDocument/2006/relationships/image" Target="../media/image11.png"/><Relationship Id="rId59" Type="http://schemas.openxmlformats.org/officeDocument/2006/relationships/image" Target="../media/image24.png"/><Relationship Id="rId58" Type="http://schemas.openxmlformats.org/officeDocument/2006/relationships/customXml" Target="../ink/ink41.xml"/><Relationship Id="rId57" Type="http://schemas.openxmlformats.org/officeDocument/2006/relationships/customXml" Target="../ink/ink40.xml"/><Relationship Id="rId56" Type="http://schemas.openxmlformats.org/officeDocument/2006/relationships/customXml" Target="../ink/ink39.xml"/><Relationship Id="rId55" Type="http://schemas.openxmlformats.org/officeDocument/2006/relationships/customXml" Target="../ink/ink38.xml"/><Relationship Id="rId54" Type="http://schemas.openxmlformats.org/officeDocument/2006/relationships/customXml" Target="../ink/ink37.xml"/><Relationship Id="rId53" Type="http://schemas.openxmlformats.org/officeDocument/2006/relationships/image" Target="../media/image23.png"/><Relationship Id="rId52" Type="http://schemas.openxmlformats.org/officeDocument/2006/relationships/customXml" Target="../ink/ink36.xml"/><Relationship Id="rId51" Type="http://schemas.openxmlformats.org/officeDocument/2006/relationships/customXml" Target="../ink/ink35.xml"/><Relationship Id="rId50" Type="http://schemas.openxmlformats.org/officeDocument/2006/relationships/customXml" Target="../ink/ink34.xml"/><Relationship Id="rId5" Type="http://schemas.openxmlformats.org/officeDocument/2006/relationships/customXml" Target="../ink/ink1.xml"/><Relationship Id="rId49" Type="http://schemas.openxmlformats.org/officeDocument/2006/relationships/customXml" Target="../ink/ink33.xml"/><Relationship Id="rId48" Type="http://schemas.openxmlformats.org/officeDocument/2006/relationships/customXml" Target="../ink/ink32.xml"/><Relationship Id="rId47" Type="http://schemas.openxmlformats.org/officeDocument/2006/relationships/customXml" Target="../ink/ink31.xml"/><Relationship Id="rId46" Type="http://schemas.openxmlformats.org/officeDocument/2006/relationships/customXml" Target="../ink/ink30.xml"/><Relationship Id="rId45" Type="http://schemas.openxmlformats.org/officeDocument/2006/relationships/customXml" Target="../ink/ink29.xml"/><Relationship Id="rId44" Type="http://schemas.openxmlformats.org/officeDocument/2006/relationships/image" Target="../media/image22.png"/><Relationship Id="rId43" Type="http://schemas.openxmlformats.org/officeDocument/2006/relationships/customXml" Target="../ink/ink28.xml"/><Relationship Id="rId42" Type="http://schemas.openxmlformats.org/officeDocument/2006/relationships/customXml" Target="../ink/ink27.xml"/><Relationship Id="rId41" Type="http://schemas.openxmlformats.org/officeDocument/2006/relationships/customXml" Target="../ink/ink26.xml"/><Relationship Id="rId40" Type="http://schemas.openxmlformats.org/officeDocument/2006/relationships/customXml" Target="../ink/ink25.xml"/><Relationship Id="rId4" Type="http://schemas.openxmlformats.org/officeDocument/2006/relationships/image" Target="../media/image10.png"/><Relationship Id="rId39" Type="http://schemas.openxmlformats.org/officeDocument/2006/relationships/image" Target="../media/image21.png"/><Relationship Id="rId38" Type="http://schemas.openxmlformats.org/officeDocument/2006/relationships/customXml" Target="../ink/ink24.xml"/><Relationship Id="rId37" Type="http://schemas.openxmlformats.org/officeDocument/2006/relationships/customXml" Target="../ink/ink23.xml"/><Relationship Id="rId36" Type="http://schemas.openxmlformats.org/officeDocument/2006/relationships/customXml" Target="../ink/ink22.xml"/><Relationship Id="rId35" Type="http://schemas.openxmlformats.org/officeDocument/2006/relationships/customXml" Target="../ink/ink21.xml"/><Relationship Id="rId34" Type="http://schemas.openxmlformats.org/officeDocument/2006/relationships/customXml" Target="../ink/ink20.xml"/><Relationship Id="rId33" Type="http://schemas.openxmlformats.org/officeDocument/2006/relationships/customXml" Target="../ink/ink19.xml"/><Relationship Id="rId32" Type="http://schemas.openxmlformats.org/officeDocument/2006/relationships/customXml" Target="../ink/ink18.xml"/><Relationship Id="rId31" Type="http://schemas.openxmlformats.org/officeDocument/2006/relationships/customXml" Target="../ink/ink17.xml"/><Relationship Id="rId30" Type="http://schemas.openxmlformats.org/officeDocument/2006/relationships/customXml" Target="../ink/ink16.xml"/><Relationship Id="rId3" Type="http://schemas.openxmlformats.org/officeDocument/2006/relationships/image" Target="../media/image9.png"/><Relationship Id="rId29" Type="http://schemas.openxmlformats.org/officeDocument/2006/relationships/customXml" Target="../ink/ink15.xml"/><Relationship Id="rId28" Type="http://schemas.openxmlformats.org/officeDocument/2006/relationships/customXml" Target="../ink/ink14.xml"/><Relationship Id="rId27" Type="http://schemas.openxmlformats.org/officeDocument/2006/relationships/customXml" Target="../ink/ink13.xml"/><Relationship Id="rId26" Type="http://schemas.openxmlformats.org/officeDocument/2006/relationships/customXml" Target="../ink/ink12.xml"/><Relationship Id="rId25" Type="http://schemas.openxmlformats.org/officeDocument/2006/relationships/image" Target="../media/image20.png"/><Relationship Id="rId24" Type="http://schemas.openxmlformats.org/officeDocument/2006/relationships/customXml" Target="../ink/ink11.xml"/><Relationship Id="rId23" Type="http://schemas.openxmlformats.org/officeDocument/2006/relationships/customXml" Target="../ink/ink10.xml"/><Relationship Id="rId22" Type="http://schemas.openxmlformats.org/officeDocument/2006/relationships/image" Target="../media/image19.png"/><Relationship Id="rId21" Type="http://schemas.openxmlformats.org/officeDocument/2006/relationships/customXml" Target="../ink/ink9.xml"/><Relationship Id="rId20" Type="http://schemas.openxmlformats.org/officeDocument/2006/relationships/image" Target="../media/image18.png"/><Relationship Id="rId2" Type="http://schemas.openxmlformats.org/officeDocument/2006/relationships/image" Target="../media/image8.png"/><Relationship Id="rId19" Type="http://schemas.openxmlformats.org/officeDocument/2006/relationships/customXml" Target="../ink/ink8.xml"/><Relationship Id="rId18" Type="http://schemas.openxmlformats.org/officeDocument/2006/relationships/image" Target="../media/image17.png"/><Relationship Id="rId17" Type="http://schemas.openxmlformats.org/officeDocument/2006/relationships/customXml" Target="../ink/ink7.xml"/><Relationship Id="rId16" Type="http://schemas.openxmlformats.org/officeDocument/2006/relationships/image" Target="../media/image16.png"/><Relationship Id="rId15" Type="http://schemas.openxmlformats.org/officeDocument/2006/relationships/customXml" Target="../ink/ink6.xml"/><Relationship Id="rId14" Type="http://schemas.openxmlformats.org/officeDocument/2006/relationships/image" Target="../media/image15.png"/><Relationship Id="rId13" Type="http://schemas.openxmlformats.org/officeDocument/2006/relationships/customXml" Target="../ink/ink5.xml"/><Relationship Id="rId12" Type="http://schemas.openxmlformats.org/officeDocument/2006/relationships/image" Target="../media/image14.png"/><Relationship Id="rId118" Type="http://schemas.openxmlformats.org/officeDocument/2006/relationships/slideLayout" Target="../slideLayouts/slideLayout1.xml"/><Relationship Id="rId117" Type="http://schemas.openxmlformats.org/officeDocument/2006/relationships/tags" Target="../tags/tag65.xml"/><Relationship Id="rId116" Type="http://schemas.openxmlformats.org/officeDocument/2006/relationships/customXml" Target="../ink/ink83.xml"/><Relationship Id="rId115" Type="http://schemas.openxmlformats.org/officeDocument/2006/relationships/customXml" Target="../ink/ink82.xml"/><Relationship Id="rId114" Type="http://schemas.openxmlformats.org/officeDocument/2006/relationships/customXml" Target="../ink/ink81.xml"/><Relationship Id="rId113" Type="http://schemas.openxmlformats.org/officeDocument/2006/relationships/customXml" Target="../ink/ink80.xml"/><Relationship Id="rId112" Type="http://schemas.openxmlformats.org/officeDocument/2006/relationships/customXml" Target="../ink/ink79.xml"/><Relationship Id="rId111" Type="http://schemas.openxmlformats.org/officeDocument/2006/relationships/customXml" Target="../ink/ink78.xml"/><Relationship Id="rId110" Type="http://schemas.openxmlformats.org/officeDocument/2006/relationships/customXml" Target="../ink/ink77.xml"/><Relationship Id="rId11" Type="http://schemas.openxmlformats.org/officeDocument/2006/relationships/customXml" Target="../ink/ink4.xml"/><Relationship Id="rId109" Type="http://schemas.openxmlformats.org/officeDocument/2006/relationships/customXml" Target="../ink/ink76.xml"/><Relationship Id="rId108" Type="http://schemas.openxmlformats.org/officeDocument/2006/relationships/customXml" Target="../ink/ink75.xml"/><Relationship Id="rId107" Type="http://schemas.openxmlformats.org/officeDocument/2006/relationships/customXml" Target="../ink/ink74.xml"/><Relationship Id="rId106" Type="http://schemas.openxmlformats.org/officeDocument/2006/relationships/customXml" Target="../ink/ink73.xml"/><Relationship Id="rId105" Type="http://schemas.openxmlformats.org/officeDocument/2006/relationships/image" Target="../media/image39.png"/><Relationship Id="rId104" Type="http://schemas.openxmlformats.org/officeDocument/2006/relationships/customXml" Target="../ink/ink72.xml"/><Relationship Id="rId103" Type="http://schemas.openxmlformats.org/officeDocument/2006/relationships/customXml" Target="../ink/ink71.xml"/><Relationship Id="rId102" Type="http://schemas.openxmlformats.org/officeDocument/2006/relationships/customXml" Target="../ink/ink70.xml"/><Relationship Id="rId101" Type="http://schemas.openxmlformats.org/officeDocument/2006/relationships/customXml" Target="../ink/ink69.xml"/><Relationship Id="rId100" Type="http://schemas.openxmlformats.org/officeDocument/2006/relationships/image" Target="../media/image38.png"/><Relationship Id="rId10" Type="http://schemas.openxmlformats.org/officeDocument/2006/relationships/image" Target="../media/image13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image" Target="../media/image50.png"/><Relationship Id="rId4" Type="http://schemas.openxmlformats.org/officeDocument/2006/relationships/tags" Target="../tags/tag70.xml"/><Relationship Id="rId3" Type="http://schemas.openxmlformats.org/officeDocument/2006/relationships/image" Target="../media/image49.png"/><Relationship Id="rId2" Type="http://schemas.openxmlformats.org/officeDocument/2006/relationships/tags" Target="../tags/tag69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image" Target="../media/image51.png"/><Relationship Id="rId10" Type="http://schemas.openxmlformats.org/officeDocument/2006/relationships/tags" Target="../tags/tag75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image" Target="../media/image55.png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image" Target="../media/image54.png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59.png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9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image" Target="../media/image58.png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image" Target="../media/image57.png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image" Target="../media/image56.png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customXml" Target="../ink/ink84.xml"/><Relationship Id="rId8" Type="http://schemas.openxmlformats.org/officeDocument/2006/relationships/image" Target="../media/image10.png"/><Relationship Id="rId7" Type="http://schemas.openxmlformats.org/officeDocument/2006/relationships/image" Target="../media/image7.png"/><Relationship Id="rId6" Type="http://schemas.openxmlformats.org/officeDocument/2006/relationships/image" Target="../media/image63.svg"/><Relationship Id="rId53" Type="http://schemas.openxmlformats.org/officeDocument/2006/relationships/slideLayout" Target="../slideLayouts/slideLayout2.xml"/><Relationship Id="rId52" Type="http://schemas.openxmlformats.org/officeDocument/2006/relationships/image" Target="../media/image78.png"/><Relationship Id="rId51" Type="http://schemas.openxmlformats.org/officeDocument/2006/relationships/customXml" Target="../ink/ink112.xml"/><Relationship Id="rId50" Type="http://schemas.openxmlformats.org/officeDocument/2006/relationships/image" Target="../media/image77.png"/><Relationship Id="rId5" Type="http://schemas.openxmlformats.org/officeDocument/2006/relationships/image" Target="../media/image62.png"/><Relationship Id="rId49" Type="http://schemas.openxmlformats.org/officeDocument/2006/relationships/customXml" Target="../ink/ink111.xml"/><Relationship Id="rId48" Type="http://schemas.openxmlformats.org/officeDocument/2006/relationships/image" Target="../media/image76.png"/><Relationship Id="rId47" Type="http://schemas.openxmlformats.org/officeDocument/2006/relationships/customXml" Target="../ink/ink110.xml"/><Relationship Id="rId46" Type="http://schemas.openxmlformats.org/officeDocument/2006/relationships/image" Target="../media/image75.png"/><Relationship Id="rId45" Type="http://schemas.openxmlformats.org/officeDocument/2006/relationships/customXml" Target="../ink/ink109.xml"/><Relationship Id="rId44" Type="http://schemas.openxmlformats.org/officeDocument/2006/relationships/image" Target="../media/image74.png"/><Relationship Id="rId43" Type="http://schemas.openxmlformats.org/officeDocument/2006/relationships/customXml" Target="../ink/ink108.xml"/><Relationship Id="rId42" Type="http://schemas.openxmlformats.org/officeDocument/2006/relationships/image" Target="../media/image73.png"/><Relationship Id="rId41" Type="http://schemas.openxmlformats.org/officeDocument/2006/relationships/customXml" Target="../ink/ink107.xml"/><Relationship Id="rId40" Type="http://schemas.openxmlformats.org/officeDocument/2006/relationships/image" Target="../media/image72.png"/><Relationship Id="rId4" Type="http://schemas.openxmlformats.org/officeDocument/2006/relationships/image" Target="../media/image61.svg"/><Relationship Id="rId39" Type="http://schemas.openxmlformats.org/officeDocument/2006/relationships/customXml" Target="../ink/ink106.xml"/><Relationship Id="rId38" Type="http://schemas.openxmlformats.org/officeDocument/2006/relationships/image" Target="../media/image71.png"/><Relationship Id="rId37" Type="http://schemas.openxmlformats.org/officeDocument/2006/relationships/customXml" Target="../ink/ink105.xml"/><Relationship Id="rId36" Type="http://schemas.openxmlformats.org/officeDocument/2006/relationships/image" Target="../media/image70.png"/><Relationship Id="rId35" Type="http://schemas.openxmlformats.org/officeDocument/2006/relationships/customXml" Target="../ink/ink104.xml"/><Relationship Id="rId34" Type="http://schemas.openxmlformats.org/officeDocument/2006/relationships/customXml" Target="../ink/ink103.xml"/><Relationship Id="rId33" Type="http://schemas.openxmlformats.org/officeDocument/2006/relationships/customXml" Target="../ink/ink102.xml"/><Relationship Id="rId32" Type="http://schemas.openxmlformats.org/officeDocument/2006/relationships/customXml" Target="../ink/ink101.xml"/><Relationship Id="rId31" Type="http://schemas.openxmlformats.org/officeDocument/2006/relationships/customXml" Target="../ink/ink100.xml"/><Relationship Id="rId30" Type="http://schemas.openxmlformats.org/officeDocument/2006/relationships/customXml" Target="../ink/ink99.xml"/><Relationship Id="rId3" Type="http://schemas.openxmlformats.org/officeDocument/2006/relationships/image" Target="../media/image60.png"/><Relationship Id="rId29" Type="http://schemas.openxmlformats.org/officeDocument/2006/relationships/customXml" Target="../ink/ink98.xml"/><Relationship Id="rId28" Type="http://schemas.openxmlformats.org/officeDocument/2006/relationships/customXml" Target="../ink/ink97.xml"/><Relationship Id="rId27" Type="http://schemas.openxmlformats.org/officeDocument/2006/relationships/customXml" Target="../ink/ink96.xml"/><Relationship Id="rId26" Type="http://schemas.openxmlformats.org/officeDocument/2006/relationships/customXml" Target="../ink/ink95.xml"/><Relationship Id="rId25" Type="http://schemas.openxmlformats.org/officeDocument/2006/relationships/customXml" Target="../ink/ink94.xml"/><Relationship Id="rId24" Type="http://schemas.openxmlformats.org/officeDocument/2006/relationships/customXml" Target="../ink/ink93.xml"/><Relationship Id="rId23" Type="http://schemas.openxmlformats.org/officeDocument/2006/relationships/customXml" Target="../ink/ink92.xml"/><Relationship Id="rId22" Type="http://schemas.openxmlformats.org/officeDocument/2006/relationships/customXml" Target="../ink/ink91.xml"/><Relationship Id="rId21" Type="http://schemas.openxmlformats.org/officeDocument/2006/relationships/image" Target="../media/image69.png"/><Relationship Id="rId20" Type="http://schemas.openxmlformats.org/officeDocument/2006/relationships/customXml" Target="../ink/ink90.xml"/><Relationship Id="rId2" Type="http://schemas.openxmlformats.org/officeDocument/2006/relationships/image" Target="../media/image6.png"/><Relationship Id="rId19" Type="http://schemas.openxmlformats.org/officeDocument/2006/relationships/customXml" Target="../ink/ink89.xml"/><Relationship Id="rId18" Type="http://schemas.openxmlformats.org/officeDocument/2006/relationships/image" Target="../media/image68.png"/><Relationship Id="rId17" Type="http://schemas.openxmlformats.org/officeDocument/2006/relationships/customXml" Target="../ink/ink88.xml"/><Relationship Id="rId16" Type="http://schemas.openxmlformats.org/officeDocument/2006/relationships/image" Target="../media/image67.png"/><Relationship Id="rId15" Type="http://schemas.openxmlformats.org/officeDocument/2006/relationships/customXml" Target="../ink/ink87.xml"/><Relationship Id="rId14" Type="http://schemas.openxmlformats.org/officeDocument/2006/relationships/image" Target="../media/image66.png"/><Relationship Id="rId13" Type="http://schemas.openxmlformats.org/officeDocument/2006/relationships/customXml" Target="../ink/ink86.xml"/><Relationship Id="rId12" Type="http://schemas.openxmlformats.org/officeDocument/2006/relationships/image" Target="../media/image65.png"/><Relationship Id="rId11" Type="http://schemas.openxmlformats.org/officeDocument/2006/relationships/customXml" Target="../ink/ink85.xml"/><Relationship Id="rId10" Type="http://schemas.openxmlformats.org/officeDocument/2006/relationships/image" Target="../media/image64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0.png"/><Relationship Id="rId2" Type="http://schemas.openxmlformats.org/officeDocument/2006/relationships/image" Target="../media/image88.png"/><Relationship Id="rId1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3.png"/><Relationship Id="rId3" Type="http://schemas.openxmlformats.org/officeDocument/2006/relationships/image" Target="../media/image70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7F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403860"/>
            <a:ext cx="2970530" cy="3900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0" y="403860"/>
            <a:ext cx="2660650" cy="3990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" y="4502150"/>
            <a:ext cx="3112770" cy="3877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635" y="4502150"/>
            <a:ext cx="2882900" cy="398399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314960" y="1475740"/>
            <a:ext cx="5925185" cy="2221230"/>
            <a:chOff x="2683" y="2324"/>
            <a:chExt cx="14760" cy="5533"/>
          </a:xfrm>
        </p:grpSpPr>
        <p:grpSp>
          <p:nvGrpSpPr>
            <p:cNvPr id="4" name="组合 3"/>
            <p:cNvGrpSpPr/>
            <p:nvPr/>
          </p:nvGrpSpPr>
          <p:grpSpPr>
            <a:xfrm>
              <a:off x="2683" y="2809"/>
              <a:ext cx="14761" cy="5048"/>
              <a:chOff x="1729" y="3106"/>
              <a:chExt cx="17071" cy="5768"/>
            </a:xfrm>
          </p:grpSpPr>
          <p:pic>
            <p:nvPicPr>
              <p:cNvPr id="5" name="图片 4" descr="正确识别为沙发的图片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29" y="3106"/>
                <a:ext cx="5457" cy="5769"/>
              </a:xfrm>
              <a:prstGeom prst="rect">
                <a:avLst/>
              </a:prstGeom>
            </p:spPr>
          </p:pic>
          <p:pic>
            <p:nvPicPr>
              <p:cNvPr id="6" name="图片 5" descr="正确的优化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06" y="3106"/>
                <a:ext cx="11594" cy="5769"/>
              </a:xfrm>
              <a:prstGeom prst="rect">
                <a:avLst/>
              </a:prstGeom>
            </p:spPr>
          </p:pic>
        </p:grpSp>
        <p:grpSp>
          <p:nvGrpSpPr>
            <p:cNvPr id="8" name="组合 7"/>
            <p:cNvGrpSpPr/>
            <p:nvPr/>
          </p:nvGrpSpPr>
          <p:grpSpPr>
            <a:xfrm>
              <a:off x="2683" y="2324"/>
              <a:ext cx="14757" cy="422"/>
              <a:chOff x="2683" y="2386"/>
              <a:chExt cx="14757" cy="422"/>
            </a:xfrm>
          </p:grpSpPr>
          <p:sp>
            <p:nvSpPr>
              <p:cNvPr id="7" name="同侧圆角矩形 6"/>
              <p:cNvSpPr/>
              <p:nvPr/>
            </p:nvSpPr>
            <p:spPr>
              <a:xfrm>
                <a:off x="2683" y="2386"/>
                <a:ext cx="4720" cy="423"/>
              </a:xfrm>
              <a:prstGeom prst="round2SameRect">
                <a:avLst/>
              </a:prstGeom>
              <a:solidFill>
                <a:srgbClr val="DF7E7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目标图像</a:t>
                </a:r>
                <a:endPara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同侧圆角矩形 9"/>
              <p:cNvSpPr/>
              <p:nvPr/>
            </p:nvSpPr>
            <p:spPr>
              <a:xfrm>
                <a:off x="7419" y="2386"/>
                <a:ext cx="5011" cy="423"/>
              </a:xfrm>
              <a:prstGeom prst="round2SameRect">
                <a:avLst/>
              </a:prstGeom>
              <a:solidFill>
                <a:srgbClr val="DF7E7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初始位姿渲染图像</a:t>
                </a:r>
                <a:endPara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同侧圆角矩形 10"/>
              <p:cNvSpPr/>
              <p:nvPr/>
            </p:nvSpPr>
            <p:spPr>
              <a:xfrm>
                <a:off x="12472" y="2386"/>
                <a:ext cx="4968" cy="423"/>
              </a:xfrm>
              <a:prstGeom prst="round2SameRect">
                <a:avLst/>
              </a:prstGeom>
              <a:solidFill>
                <a:srgbClr val="DF7E7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位姿精修后渲染图像</a:t>
                </a:r>
                <a:endPara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优化后语义渲染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998" y="3294093"/>
            <a:ext cx="1279803" cy="1198364"/>
          </a:xfrm>
          <a:prstGeom prst="rect">
            <a:avLst/>
          </a:prstGeom>
        </p:spPr>
      </p:pic>
      <p:pic>
        <p:nvPicPr>
          <p:cNvPr id="5" name="图片 4" descr="优化前语义渲染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98" y="4636761"/>
            <a:ext cx="1279446" cy="1208008"/>
          </a:xfrm>
          <a:prstGeom prst="rect">
            <a:avLst/>
          </a:prstGeom>
        </p:spPr>
      </p:pic>
      <p:pic>
        <p:nvPicPr>
          <p:cNvPr id="6" name="图片 5" descr="优化前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412" y="4636761"/>
            <a:ext cx="1282303" cy="1205508"/>
          </a:xfrm>
          <a:prstGeom prst="rect">
            <a:avLst/>
          </a:prstGeom>
        </p:spPr>
      </p:pic>
      <p:pic>
        <p:nvPicPr>
          <p:cNvPr id="7" name="图片 6" descr="优化后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412" y="3294093"/>
            <a:ext cx="1281946" cy="12072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2050613" y="3922029"/>
              <a:ext cx="68580" cy="115014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2050613" y="3922029"/>
                <a:ext cx="68580" cy="11501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" name="墨迹 8"/>
              <p14:cNvContentPartPr/>
              <p14:nvPr/>
            </p14:nvContentPartPr>
            <p14:xfrm>
              <a:off x="2082760" y="4020969"/>
              <a:ext cx="43220" cy="23574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8"/>
            </p:blipFill>
            <p:spPr>
              <a:xfrm>
                <a:off x="2082760" y="4020969"/>
                <a:ext cx="43220" cy="2357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0" name="墨迹 9"/>
              <p14:cNvContentPartPr/>
              <p14:nvPr/>
            </p14:nvContentPartPr>
            <p14:xfrm>
              <a:off x="2068830" y="3985608"/>
              <a:ext cx="4286" cy="321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0"/>
            </p:blipFill>
            <p:spPr>
              <a:xfrm>
                <a:off x="2068830" y="3985608"/>
                <a:ext cx="4286" cy="3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1" name="墨迹 10"/>
              <p14:cNvContentPartPr/>
              <p14:nvPr/>
            </p14:nvContentPartPr>
            <p14:xfrm>
              <a:off x="2062043" y="3960962"/>
              <a:ext cx="20717" cy="30361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2"/>
            </p:blipFill>
            <p:spPr>
              <a:xfrm>
                <a:off x="2062043" y="3960962"/>
                <a:ext cx="20717" cy="30361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2" name="墨迹 11"/>
              <p14:cNvContentPartPr/>
              <p14:nvPr/>
            </p14:nvContentPartPr>
            <p14:xfrm>
              <a:off x="2050256" y="3973106"/>
              <a:ext cx="17502" cy="25718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4"/>
            </p:blipFill>
            <p:spPr>
              <a:xfrm>
                <a:off x="2050256" y="3973106"/>
                <a:ext cx="17502" cy="2571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3" name="墨迹 12"/>
              <p14:cNvContentPartPr/>
              <p14:nvPr/>
            </p14:nvContentPartPr>
            <p14:xfrm>
              <a:off x="2043827" y="3953461"/>
              <a:ext cx="13216" cy="20717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6"/>
            </p:blipFill>
            <p:spPr>
              <a:xfrm>
                <a:off x="2043827" y="3953461"/>
                <a:ext cx="13216" cy="2071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4" name="墨迹 13"/>
              <p14:cNvContentPartPr/>
              <p14:nvPr/>
            </p14:nvContentPartPr>
            <p14:xfrm>
              <a:off x="2043827" y="3974892"/>
              <a:ext cx="5001" cy="14288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8"/>
            </p:blipFill>
            <p:spPr>
              <a:xfrm>
                <a:off x="2043827" y="3974892"/>
                <a:ext cx="5001" cy="1428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5" name="墨迹 14"/>
              <p14:cNvContentPartPr/>
              <p14:nvPr/>
            </p14:nvContentPartPr>
            <p14:xfrm>
              <a:off x="2042041" y="3939531"/>
              <a:ext cx="70366" cy="113586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0"/>
            </p:blipFill>
            <p:spPr>
              <a:xfrm>
                <a:off x="2042041" y="3939531"/>
                <a:ext cx="70366" cy="11358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6" name="墨迹 15"/>
              <p14:cNvContentPartPr/>
              <p14:nvPr/>
            </p14:nvContentPartPr>
            <p14:xfrm>
              <a:off x="2086689" y="3989894"/>
              <a:ext cx="357" cy="357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2"/>
            </p:blipFill>
            <p:spPr>
              <a:xfrm>
                <a:off x="2086689" y="398989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7" name="墨迹 16"/>
              <p14:cNvContentPartPr/>
              <p14:nvPr/>
            </p14:nvContentPartPr>
            <p14:xfrm>
              <a:off x="2087761" y="3972749"/>
              <a:ext cx="357" cy="357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2"/>
            </p:blipFill>
            <p:spPr>
              <a:xfrm>
                <a:off x="2087761" y="3972749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8" name="墨迹 17"/>
              <p14:cNvContentPartPr/>
              <p14:nvPr/>
            </p14:nvContentPartPr>
            <p14:xfrm>
              <a:off x="2047042" y="3915956"/>
              <a:ext cx="77510" cy="70723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5"/>
            </p:blipFill>
            <p:spPr>
              <a:xfrm>
                <a:off x="2047042" y="3915956"/>
                <a:ext cx="77510" cy="7072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9" name="墨迹 18"/>
              <p14:cNvContentPartPr/>
              <p14:nvPr/>
            </p14:nvContentPartPr>
            <p14:xfrm>
              <a:off x="2051328" y="3921314"/>
              <a:ext cx="357" cy="357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2"/>
            </p:blipFill>
            <p:spPr>
              <a:xfrm>
                <a:off x="2051328" y="392131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0" name="墨迹 19"/>
              <p14:cNvContentPartPr/>
              <p14:nvPr/>
            </p14:nvContentPartPr>
            <p14:xfrm>
              <a:off x="2048113" y="4019898"/>
              <a:ext cx="357" cy="357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2"/>
            </p:blipFill>
            <p:spPr>
              <a:xfrm>
                <a:off x="2048113" y="4019898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1" name="墨迹 20"/>
              <p14:cNvContentPartPr/>
              <p14:nvPr/>
            </p14:nvContentPartPr>
            <p14:xfrm>
              <a:off x="2048113" y="4024184"/>
              <a:ext cx="357" cy="357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2"/>
            </p:blipFill>
            <p:spPr>
              <a:xfrm>
                <a:off x="2048113" y="402418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2" name="墨迹 21"/>
              <p14:cNvContentPartPr/>
              <p14:nvPr/>
            </p14:nvContentPartPr>
            <p14:xfrm>
              <a:off x="2042755" y="4030614"/>
              <a:ext cx="357" cy="357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22"/>
            </p:blipFill>
            <p:spPr>
              <a:xfrm>
                <a:off x="2042755" y="403061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3" name="墨迹 22"/>
              <p14:cNvContentPartPr/>
              <p14:nvPr/>
            </p14:nvContentPartPr>
            <p14:xfrm>
              <a:off x="2041684" y="4030614"/>
              <a:ext cx="357" cy="357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22"/>
            </p:blipFill>
            <p:spPr>
              <a:xfrm>
                <a:off x="2041684" y="403061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4" name="墨迹 23"/>
              <p14:cNvContentPartPr/>
              <p14:nvPr/>
            </p14:nvContentPartPr>
            <p14:xfrm>
              <a:off x="2040612" y="4016683"/>
              <a:ext cx="357" cy="357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22"/>
            </p:blipFill>
            <p:spPr>
              <a:xfrm>
                <a:off x="2040612" y="4016683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5" name="墨迹 24"/>
              <p14:cNvContentPartPr/>
              <p14:nvPr/>
            </p14:nvContentPartPr>
            <p14:xfrm>
              <a:off x="2040612" y="4022041"/>
              <a:ext cx="357" cy="357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22"/>
            </p:blipFill>
            <p:spPr>
              <a:xfrm>
                <a:off x="2040612" y="4022041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6" name="墨迹 25"/>
              <p14:cNvContentPartPr/>
              <p14:nvPr/>
            </p14:nvContentPartPr>
            <p14:xfrm>
              <a:off x="2040612" y="4029542"/>
              <a:ext cx="357" cy="357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2"/>
            </p:blipFill>
            <p:spPr>
              <a:xfrm>
                <a:off x="2040612" y="4029542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7" name="墨迹 26"/>
              <p14:cNvContentPartPr/>
              <p14:nvPr/>
            </p14:nvContentPartPr>
            <p14:xfrm>
              <a:off x="2040612" y="4033828"/>
              <a:ext cx="357" cy="357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2"/>
            </p:blipFill>
            <p:spPr>
              <a:xfrm>
                <a:off x="2040612" y="4033828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8" name="墨迹 27"/>
              <p14:cNvContentPartPr/>
              <p14:nvPr/>
            </p14:nvContentPartPr>
            <p14:xfrm>
              <a:off x="2044898" y="4037043"/>
              <a:ext cx="357" cy="357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2"/>
            </p:blipFill>
            <p:spPr>
              <a:xfrm>
                <a:off x="2044898" y="4037043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9" name="墨迹 28"/>
              <p14:cNvContentPartPr/>
              <p14:nvPr/>
            </p14:nvContentPartPr>
            <p14:xfrm>
              <a:off x="2045970" y="4037043"/>
              <a:ext cx="357" cy="357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2"/>
            </p:blipFill>
            <p:spPr>
              <a:xfrm>
                <a:off x="2045970" y="4037043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0" name="墨迹 29"/>
              <p14:cNvContentPartPr/>
              <p14:nvPr/>
            </p14:nvContentPartPr>
            <p14:xfrm>
              <a:off x="2127409" y="4053116"/>
              <a:ext cx="357" cy="357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2"/>
            </p:blipFill>
            <p:spPr>
              <a:xfrm>
                <a:off x="2127409" y="4053116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31" name="墨迹 30"/>
              <p14:cNvContentPartPr/>
              <p14:nvPr/>
            </p14:nvContentPartPr>
            <p14:xfrm>
              <a:off x="2114193" y="4055259"/>
              <a:ext cx="2858" cy="714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39"/>
            </p:blipFill>
            <p:spPr>
              <a:xfrm>
                <a:off x="2114193" y="4055259"/>
                <a:ext cx="2858" cy="71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32" name="墨迹 31"/>
              <p14:cNvContentPartPr/>
              <p14:nvPr/>
            </p14:nvContentPartPr>
            <p14:xfrm>
              <a:off x="2112407" y="4056331"/>
              <a:ext cx="357" cy="357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22"/>
            </p:blipFill>
            <p:spPr>
              <a:xfrm>
                <a:off x="2112407" y="4056331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33" name="墨迹 32"/>
              <p14:cNvContentPartPr/>
              <p14:nvPr/>
            </p14:nvContentPartPr>
            <p14:xfrm>
              <a:off x="2086689" y="3911670"/>
              <a:ext cx="357" cy="357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22"/>
            </p:blipFill>
            <p:spPr>
              <a:xfrm>
                <a:off x="2086689" y="3911670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34" name="墨迹 33"/>
              <p14:cNvContentPartPr/>
              <p14:nvPr/>
            </p14:nvContentPartPr>
            <p14:xfrm>
              <a:off x="2079188" y="3911670"/>
              <a:ext cx="357" cy="357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22"/>
            </p:blipFill>
            <p:spPr>
              <a:xfrm>
                <a:off x="2079188" y="3911670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5" name="墨迹 34"/>
              <p14:cNvContentPartPr/>
              <p14:nvPr/>
            </p14:nvContentPartPr>
            <p14:xfrm>
              <a:off x="2067044" y="3910599"/>
              <a:ext cx="9287" cy="1429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44"/>
            </p:blipFill>
            <p:spPr>
              <a:xfrm>
                <a:off x="2067044" y="3910599"/>
                <a:ext cx="9287" cy="1429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36" name="墨迹 35"/>
              <p14:cNvContentPartPr/>
              <p14:nvPr/>
            </p14:nvContentPartPr>
            <p14:xfrm>
              <a:off x="2054900" y="3912742"/>
              <a:ext cx="1072" cy="250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39"/>
            </p:blipFill>
            <p:spPr>
              <a:xfrm>
                <a:off x="2054900" y="3912742"/>
                <a:ext cx="1072" cy="2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37" name="墨迹 36"/>
              <p14:cNvContentPartPr/>
              <p14:nvPr/>
            </p14:nvContentPartPr>
            <p14:xfrm>
              <a:off x="2048113" y="3910599"/>
              <a:ext cx="2500" cy="1429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39"/>
            </p:blipFill>
            <p:spPr>
              <a:xfrm>
                <a:off x="2048113" y="3910599"/>
                <a:ext cx="2500" cy="1429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38" name="墨迹 37"/>
              <p14:cNvContentPartPr/>
              <p14:nvPr/>
            </p14:nvContentPartPr>
            <p14:xfrm>
              <a:off x="2041684" y="3910599"/>
              <a:ext cx="357" cy="357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22"/>
            </p:blipFill>
            <p:spPr>
              <a:xfrm>
                <a:off x="2041684" y="3910599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39" name="墨迹 38"/>
              <p14:cNvContentPartPr/>
              <p14:nvPr/>
            </p14:nvContentPartPr>
            <p14:xfrm>
              <a:off x="2040612" y="3919171"/>
              <a:ext cx="357" cy="357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22"/>
            </p:blipFill>
            <p:spPr>
              <a:xfrm>
                <a:off x="2040612" y="3919171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40" name="墨迹 39"/>
              <p14:cNvContentPartPr/>
              <p14:nvPr/>
            </p14:nvContentPartPr>
            <p14:xfrm>
              <a:off x="2040612" y="3924529"/>
              <a:ext cx="357" cy="357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22"/>
            </p:blipFill>
            <p:spPr>
              <a:xfrm>
                <a:off x="2040612" y="3924529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41" name="墨迹 40"/>
              <p14:cNvContentPartPr/>
              <p14:nvPr/>
            </p14:nvContentPartPr>
            <p14:xfrm>
              <a:off x="2040612" y="3932030"/>
              <a:ext cx="357" cy="357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22"/>
            </p:blipFill>
            <p:spPr>
              <a:xfrm>
                <a:off x="2040612" y="3932030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42" name="墨迹 41"/>
              <p14:cNvContentPartPr/>
              <p14:nvPr/>
            </p14:nvContentPartPr>
            <p14:xfrm>
              <a:off x="2084546" y="3908455"/>
              <a:ext cx="357" cy="357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22"/>
            </p:blipFill>
            <p:spPr>
              <a:xfrm>
                <a:off x="2084546" y="3908455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43" name="墨迹 42"/>
              <p14:cNvContentPartPr/>
              <p14:nvPr/>
            </p14:nvContentPartPr>
            <p14:xfrm>
              <a:off x="2096333" y="3912742"/>
              <a:ext cx="17145" cy="250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53"/>
            </p:blipFill>
            <p:spPr>
              <a:xfrm>
                <a:off x="2096333" y="3912742"/>
                <a:ext cx="17145" cy="2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44" name="墨迹 43"/>
              <p14:cNvContentPartPr/>
              <p14:nvPr/>
            </p14:nvContentPartPr>
            <p14:xfrm>
              <a:off x="2110264" y="3911670"/>
              <a:ext cx="357" cy="357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22"/>
            </p:blipFill>
            <p:spPr>
              <a:xfrm>
                <a:off x="2110264" y="3911670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5" p14:bwMode="auto">
            <p14:nvContentPartPr>
              <p14:cNvPr id="45" name="墨迹 44"/>
              <p14:cNvContentPartPr/>
              <p14:nvPr/>
            </p14:nvContentPartPr>
            <p14:xfrm>
              <a:off x="2100977" y="3911670"/>
              <a:ext cx="3215" cy="3572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39"/>
            </p:blipFill>
            <p:spPr>
              <a:xfrm>
                <a:off x="2100977" y="3911670"/>
                <a:ext cx="3215" cy="357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46" name="墨迹 45"/>
              <p14:cNvContentPartPr/>
              <p14:nvPr/>
            </p14:nvContentPartPr>
            <p14:xfrm>
              <a:off x="2119908" y="3997395"/>
              <a:ext cx="357" cy="357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22"/>
            </p:blipFill>
            <p:spPr>
              <a:xfrm>
                <a:off x="2119908" y="3997395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47" name="墨迹 46"/>
              <p14:cNvContentPartPr/>
              <p14:nvPr/>
            </p14:nvContentPartPr>
            <p14:xfrm>
              <a:off x="2116693" y="4001681"/>
              <a:ext cx="357" cy="357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22"/>
            </p:blipFill>
            <p:spPr>
              <a:xfrm>
                <a:off x="2116693" y="4001681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48" name="墨迹 47"/>
              <p14:cNvContentPartPr/>
              <p14:nvPr/>
            </p14:nvContentPartPr>
            <p14:xfrm>
              <a:off x="2106335" y="4007039"/>
              <a:ext cx="4286" cy="2143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59"/>
            </p:blipFill>
            <p:spPr>
              <a:xfrm>
                <a:off x="2106335" y="4007039"/>
                <a:ext cx="4286" cy="214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49" name="墨迹 48"/>
              <p14:cNvContentPartPr/>
              <p14:nvPr/>
            </p14:nvContentPartPr>
            <p14:xfrm>
              <a:off x="2087761" y="4039186"/>
              <a:ext cx="357" cy="357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22"/>
            </p:blipFill>
            <p:spPr>
              <a:xfrm>
                <a:off x="2087761" y="4039186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50" name="墨迹 49"/>
              <p14:cNvContentPartPr/>
              <p14:nvPr/>
            </p14:nvContentPartPr>
            <p14:xfrm>
              <a:off x="2054543" y="4016683"/>
              <a:ext cx="357" cy="357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22"/>
            </p:blipFill>
            <p:spPr>
              <a:xfrm>
                <a:off x="2054543" y="4016683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51" name="墨迹 50"/>
              <p14:cNvContentPartPr/>
              <p14:nvPr/>
            </p14:nvContentPartPr>
            <p14:xfrm>
              <a:off x="2049185" y="4009182"/>
              <a:ext cx="357" cy="357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22"/>
            </p:blipFill>
            <p:spPr>
              <a:xfrm>
                <a:off x="2049185" y="4009182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52" name="墨迹 51"/>
              <p14:cNvContentPartPr/>
              <p14:nvPr/>
            </p14:nvContentPartPr>
            <p14:xfrm>
              <a:off x="2082403" y="4048830"/>
              <a:ext cx="357" cy="357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22"/>
            </p:blipFill>
            <p:spPr>
              <a:xfrm>
                <a:off x="2082403" y="4048830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53" name="墨迹 52"/>
              <p14:cNvContentPartPr/>
              <p14:nvPr/>
            </p14:nvContentPartPr>
            <p14:xfrm>
              <a:off x="2089904" y="4048830"/>
              <a:ext cx="357" cy="357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22"/>
            </p:blipFill>
            <p:spPr>
              <a:xfrm>
                <a:off x="2089904" y="4048830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54" name="墨迹 53"/>
              <p14:cNvContentPartPr/>
              <p14:nvPr/>
            </p14:nvContentPartPr>
            <p14:xfrm>
              <a:off x="2096333" y="4049902"/>
              <a:ext cx="8215" cy="3572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66"/>
            </p:blipFill>
            <p:spPr>
              <a:xfrm>
                <a:off x="2096333" y="4049902"/>
                <a:ext cx="8215" cy="357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55" name="墨迹 54"/>
              <p14:cNvContentPartPr/>
              <p14:nvPr/>
            </p14:nvContentPartPr>
            <p14:xfrm>
              <a:off x="2092404" y="4051688"/>
              <a:ext cx="13930" cy="1786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68"/>
            </p:blipFill>
            <p:spPr>
              <a:xfrm>
                <a:off x="2092404" y="4051688"/>
                <a:ext cx="13930" cy="178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56" name="墨迹 55"/>
              <p14:cNvContentPartPr/>
              <p14:nvPr/>
            </p14:nvContentPartPr>
            <p14:xfrm>
              <a:off x="2073473" y="4045615"/>
              <a:ext cx="9287" cy="3572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66"/>
            </p:blipFill>
            <p:spPr>
              <a:xfrm>
                <a:off x="2073473" y="4045615"/>
                <a:ext cx="9287" cy="3572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57" name="墨迹 56"/>
              <p14:cNvContentPartPr/>
              <p14:nvPr/>
            </p14:nvContentPartPr>
            <p14:xfrm>
              <a:off x="2105978" y="4076691"/>
              <a:ext cx="357" cy="357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71"/>
            </p:blipFill>
            <p:spPr>
              <a:xfrm>
                <a:off x="2105978" y="4076691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58" name="墨迹 57"/>
              <p14:cNvContentPartPr/>
              <p14:nvPr/>
            </p14:nvContentPartPr>
            <p14:xfrm>
              <a:off x="2114550" y="4078834"/>
              <a:ext cx="357" cy="357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71"/>
            </p:blipFill>
            <p:spPr>
              <a:xfrm>
                <a:off x="2114550" y="407883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59" name="墨迹 58"/>
              <p14:cNvContentPartPr/>
              <p14:nvPr/>
            </p14:nvContentPartPr>
            <p14:xfrm>
              <a:off x="2119908" y="4082049"/>
              <a:ext cx="357" cy="357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71"/>
            </p:blipFill>
            <p:spPr>
              <a:xfrm>
                <a:off x="2119908" y="4082049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60" name="墨迹 59"/>
              <p14:cNvContentPartPr/>
              <p14:nvPr/>
            </p14:nvContentPartPr>
            <p14:xfrm>
              <a:off x="2110264" y="4085263"/>
              <a:ext cx="357" cy="357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71"/>
            </p:blipFill>
            <p:spPr>
              <a:xfrm>
                <a:off x="2110264" y="4085263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61" name="墨迹 60"/>
              <p14:cNvContentPartPr/>
              <p14:nvPr/>
            </p14:nvContentPartPr>
            <p14:xfrm>
              <a:off x="2117765" y="4088478"/>
              <a:ext cx="357" cy="357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71"/>
            </p:blipFill>
            <p:spPr>
              <a:xfrm>
                <a:off x="2117765" y="4088478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62" name="墨迹 61"/>
              <p14:cNvContentPartPr/>
              <p14:nvPr/>
            </p14:nvContentPartPr>
            <p14:xfrm>
              <a:off x="2122051" y="4088478"/>
              <a:ext cx="357" cy="357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71"/>
            </p:blipFill>
            <p:spPr>
              <a:xfrm>
                <a:off x="2122051" y="4088478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63" name="墨迹 62"/>
              <p14:cNvContentPartPr/>
              <p14:nvPr/>
            </p14:nvContentPartPr>
            <p14:xfrm>
              <a:off x="2128480" y="4089549"/>
              <a:ext cx="357" cy="357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71"/>
            </p:blipFill>
            <p:spPr>
              <a:xfrm>
                <a:off x="2128480" y="4089549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64" name="墨迹 63"/>
              <p14:cNvContentPartPr/>
              <p14:nvPr/>
            </p14:nvContentPartPr>
            <p14:xfrm>
              <a:off x="2132767" y="4090621"/>
              <a:ext cx="357" cy="357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71"/>
            </p:blipFill>
            <p:spPr>
              <a:xfrm>
                <a:off x="2132767" y="4090621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65" name="墨迹 64"/>
              <p14:cNvContentPartPr/>
              <p14:nvPr/>
            </p14:nvContentPartPr>
            <p14:xfrm>
              <a:off x="2138124" y="4092764"/>
              <a:ext cx="357" cy="357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71"/>
            </p:blipFill>
            <p:spPr>
              <a:xfrm>
                <a:off x="2138124" y="409276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66" name="墨迹 65"/>
              <p14:cNvContentPartPr/>
              <p14:nvPr/>
            </p14:nvContentPartPr>
            <p14:xfrm>
              <a:off x="2144554" y="4093836"/>
              <a:ext cx="10358" cy="4643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81"/>
            </p:blipFill>
            <p:spPr>
              <a:xfrm>
                <a:off x="2144554" y="4093836"/>
                <a:ext cx="10358" cy="464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67" name="墨迹 66"/>
              <p14:cNvContentPartPr/>
              <p14:nvPr/>
            </p14:nvContentPartPr>
            <p14:xfrm>
              <a:off x="2158484" y="4090264"/>
              <a:ext cx="5715" cy="7144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83"/>
            </p:blipFill>
            <p:spPr>
              <a:xfrm>
                <a:off x="2158484" y="4090264"/>
                <a:ext cx="5715" cy="7144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68" name="墨迹 67"/>
              <p14:cNvContentPartPr/>
              <p14:nvPr/>
            </p14:nvContentPartPr>
            <p14:xfrm>
              <a:off x="2148126" y="4078119"/>
              <a:ext cx="10716" cy="8573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85"/>
            </p:blipFill>
            <p:spPr>
              <a:xfrm>
                <a:off x="2148126" y="4078119"/>
                <a:ext cx="10716" cy="857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69" name="墨迹 68"/>
              <p14:cNvContentPartPr/>
              <p14:nvPr/>
            </p14:nvContentPartPr>
            <p14:xfrm>
              <a:off x="2139196" y="4076691"/>
              <a:ext cx="8930" cy="2500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87"/>
            </p:blipFill>
            <p:spPr>
              <a:xfrm>
                <a:off x="2139196" y="4076691"/>
                <a:ext cx="8930" cy="2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70" name="墨迹 69"/>
              <p14:cNvContentPartPr/>
              <p14:nvPr/>
            </p14:nvContentPartPr>
            <p14:xfrm>
              <a:off x="2131695" y="4077762"/>
              <a:ext cx="4643" cy="357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89"/>
            </p:blipFill>
            <p:spPr>
              <a:xfrm>
                <a:off x="2131695" y="4077762"/>
                <a:ext cx="4643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72" name="墨迹 71"/>
              <p14:cNvContentPartPr/>
              <p14:nvPr/>
            </p14:nvContentPartPr>
            <p14:xfrm>
              <a:off x="2015966" y="4057045"/>
              <a:ext cx="357" cy="357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71"/>
            </p:blipFill>
            <p:spPr>
              <a:xfrm>
                <a:off x="2015966" y="4057045"/>
                <a:ext cx="357" cy="357"/>
              </a:xfrm>
              <a:prstGeom prst="rect"/>
            </p:spPr>
          </p:pic>
        </mc:Fallback>
      </mc:AlternateContent>
      <p:pic>
        <p:nvPicPr>
          <p:cNvPr id="103" name="图片 102" descr="优化前3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4196953" y="4636761"/>
            <a:ext cx="1106567" cy="1038701"/>
          </a:xfrm>
          <a:prstGeom prst="rect">
            <a:avLst/>
          </a:prstGeom>
        </p:spPr>
      </p:pic>
      <p:pic>
        <p:nvPicPr>
          <p:cNvPr id="104" name="图片 103" descr="优化后3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4196953" y="3294093"/>
            <a:ext cx="1316950" cy="123444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93" p14:bwMode="auto">
            <p14:nvContentPartPr>
              <p14:cNvPr id="105" name="墨迹 104"/>
              <p14:cNvContentPartPr/>
              <p14:nvPr/>
            </p14:nvContentPartPr>
            <p14:xfrm>
              <a:off x="1699498" y="4122768"/>
              <a:ext cx="26789" cy="19645"/>
            </p14:xfrm>
          </p:contentPart>
        </mc:Choice>
        <mc:Fallback xmlns="">
          <p:pic>
            <p:nvPicPr>
              <p:cNvPr id="105" name="墨迹 104"/>
            </p:nvPicPr>
            <p:blipFill>
              <a:blip r:embed="rId94"/>
            </p:blipFill>
            <p:spPr>
              <a:xfrm>
                <a:off x="1699498" y="4122768"/>
                <a:ext cx="26789" cy="19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106" name="墨迹 105"/>
              <p14:cNvContentPartPr/>
              <p14:nvPr/>
            </p14:nvContentPartPr>
            <p14:xfrm>
              <a:off x="1737003" y="4129554"/>
              <a:ext cx="714" cy="2858"/>
            </p14:xfrm>
          </p:contentPart>
        </mc:Choice>
        <mc:Fallback xmlns="">
          <p:pic>
            <p:nvPicPr>
              <p:cNvPr id="106" name="墨迹 105"/>
            </p:nvPicPr>
            <p:blipFill>
              <a:blip r:embed="rId96"/>
            </p:blipFill>
            <p:spPr>
              <a:xfrm>
                <a:off x="1737003" y="4129554"/>
                <a:ext cx="714" cy="285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107" name="墨迹 106"/>
              <p14:cNvContentPartPr/>
              <p14:nvPr/>
            </p14:nvContentPartPr>
            <p14:xfrm>
              <a:off x="1743432" y="4141342"/>
              <a:ext cx="357" cy="357"/>
            </p14:xfrm>
          </p:contentPart>
        </mc:Choice>
        <mc:Fallback xmlns="">
          <p:pic>
            <p:nvPicPr>
              <p:cNvPr id="107" name="墨迹 106"/>
            </p:nvPicPr>
            <p:blipFill>
              <a:blip r:embed="rId98"/>
            </p:blipFill>
            <p:spPr>
              <a:xfrm>
                <a:off x="1743432" y="4141342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108" name="墨迹 107"/>
              <p14:cNvContentPartPr/>
              <p14:nvPr/>
            </p14:nvContentPartPr>
            <p14:xfrm>
              <a:off x="1726287" y="4115267"/>
              <a:ext cx="36433" cy="44648"/>
            </p14:xfrm>
          </p:contentPart>
        </mc:Choice>
        <mc:Fallback xmlns="">
          <p:pic>
            <p:nvPicPr>
              <p:cNvPr id="108" name="墨迹 107"/>
            </p:nvPicPr>
            <p:blipFill>
              <a:blip r:embed="rId100"/>
            </p:blipFill>
            <p:spPr>
              <a:xfrm>
                <a:off x="1726287" y="4115267"/>
                <a:ext cx="36433" cy="4464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109" name="墨迹 108"/>
              <p14:cNvContentPartPr/>
              <p14:nvPr/>
            </p14:nvContentPartPr>
            <p14:xfrm>
              <a:off x="1764863" y="4159558"/>
              <a:ext cx="2500" cy="1786"/>
            </p14:xfrm>
          </p:contentPart>
        </mc:Choice>
        <mc:Fallback xmlns="">
          <p:pic>
            <p:nvPicPr>
              <p:cNvPr id="109" name="墨迹 108"/>
            </p:nvPicPr>
            <p:blipFill>
              <a:blip r:embed="rId96"/>
            </p:blipFill>
            <p:spPr>
              <a:xfrm>
                <a:off x="1764863" y="4159558"/>
                <a:ext cx="2500" cy="178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2" p14:bwMode="auto">
            <p14:nvContentPartPr>
              <p14:cNvPr id="110" name="墨迹 109"/>
              <p14:cNvContentPartPr/>
              <p14:nvPr/>
            </p14:nvContentPartPr>
            <p14:xfrm>
              <a:off x="1768078" y="4158487"/>
              <a:ext cx="3572" cy="3929"/>
            </p14:xfrm>
          </p:contentPart>
        </mc:Choice>
        <mc:Fallback xmlns="">
          <p:pic>
            <p:nvPicPr>
              <p:cNvPr id="110" name="墨迹 109"/>
            </p:nvPicPr>
            <p:blipFill>
              <a:blip r:embed="rId96"/>
            </p:blipFill>
            <p:spPr>
              <a:xfrm>
                <a:off x="1768078" y="4158487"/>
                <a:ext cx="3572" cy="3929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111" name="墨迹 110"/>
              <p14:cNvContentPartPr/>
              <p14:nvPr/>
            </p14:nvContentPartPr>
            <p14:xfrm>
              <a:off x="1769507" y="4157058"/>
              <a:ext cx="2143" cy="1786"/>
            </p14:xfrm>
          </p:contentPart>
        </mc:Choice>
        <mc:Fallback xmlns="">
          <p:pic>
            <p:nvPicPr>
              <p:cNvPr id="111" name="墨迹 110"/>
            </p:nvPicPr>
            <p:blipFill>
              <a:blip r:embed="rId96"/>
            </p:blipFill>
            <p:spPr>
              <a:xfrm>
                <a:off x="1769507" y="4157058"/>
                <a:ext cx="2143" cy="1786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112" name="墨迹 111"/>
              <p14:cNvContentPartPr/>
              <p14:nvPr/>
            </p14:nvContentPartPr>
            <p14:xfrm>
              <a:off x="1767007" y="4150986"/>
              <a:ext cx="5715" cy="10358"/>
            </p14:xfrm>
          </p:contentPart>
        </mc:Choice>
        <mc:Fallback xmlns="">
          <p:pic>
            <p:nvPicPr>
              <p:cNvPr id="112" name="墨迹 111"/>
            </p:nvPicPr>
            <p:blipFill>
              <a:blip r:embed="rId105"/>
            </p:blipFill>
            <p:spPr>
              <a:xfrm>
                <a:off x="1767007" y="4150986"/>
                <a:ext cx="5715" cy="10358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113" name="墨迹 112"/>
              <p14:cNvContentPartPr/>
              <p14:nvPr/>
            </p14:nvContentPartPr>
            <p14:xfrm>
              <a:off x="1771293" y="4159558"/>
              <a:ext cx="3929" cy="3215"/>
            </p14:xfrm>
          </p:contentPart>
        </mc:Choice>
        <mc:Fallback xmlns="">
          <p:pic>
            <p:nvPicPr>
              <p:cNvPr id="113" name="墨迹 112"/>
            </p:nvPicPr>
            <p:blipFill>
              <a:blip r:embed="rId96"/>
            </p:blipFill>
            <p:spPr>
              <a:xfrm>
                <a:off x="1771293" y="4159558"/>
                <a:ext cx="3929" cy="32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7" p14:bwMode="auto">
            <p14:nvContentPartPr>
              <p14:cNvPr id="114" name="墨迹 113"/>
              <p14:cNvContentPartPr/>
              <p14:nvPr/>
            </p14:nvContentPartPr>
            <p14:xfrm>
              <a:off x="1775579" y="4163844"/>
              <a:ext cx="357" cy="357"/>
            </p14:xfrm>
          </p:contentPart>
        </mc:Choice>
        <mc:Fallback xmlns="">
          <p:pic>
            <p:nvPicPr>
              <p:cNvPr id="114" name="墨迹 113"/>
            </p:nvPicPr>
            <p:blipFill>
              <a:blip r:embed="rId98"/>
            </p:blipFill>
            <p:spPr>
              <a:xfrm>
                <a:off x="1775579" y="416384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115" name="墨迹 114"/>
              <p14:cNvContentPartPr/>
              <p14:nvPr/>
            </p14:nvContentPartPr>
            <p14:xfrm>
              <a:off x="1757363" y="4145628"/>
              <a:ext cx="357" cy="357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98"/>
            </p:blipFill>
            <p:spPr>
              <a:xfrm>
                <a:off x="1757363" y="4145628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9" p14:bwMode="auto">
            <p14:nvContentPartPr>
              <p14:cNvPr id="116" name="墨迹 115"/>
              <p14:cNvContentPartPr/>
              <p14:nvPr/>
            </p14:nvContentPartPr>
            <p14:xfrm>
              <a:off x="1743432" y="4135984"/>
              <a:ext cx="357" cy="357"/>
            </p14:xfrm>
          </p:contentPart>
        </mc:Choice>
        <mc:Fallback xmlns="">
          <p:pic>
            <p:nvPicPr>
              <p:cNvPr id="116" name="墨迹 115"/>
            </p:nvPicPr>
            <p:blipFill>
              <a:blip r:embed="rId98"/>
            </p:blipFill>
            <p:spPr>
              <a:xfrm>
                <a:off x="1743432" y="4135984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0" p14:bwMode="auto">
            <p14:nvContentPartPr>
              <p14:cNvPr id="117" name="墨迹 116"/>
              <p14:cNvContentPartPr/>
              <p14:nvPr/>
            </p14:nvContentPartPr>
            <p14:xfrm>
              <a:off x="1735574" y="4126697"/>
              <a:ext cx="1786" cy="2143"/>
            </p14:xfrm>
          </p:contentPart>
        </mc:Choice>
        <mc:Fallback xmlns="">
          <p:pic>
            <p:nvPicPr>
              <p:cNvPr id="117" name="墨迹 116"/>
            </p:nvPicPr>
            <p:blipFill>
              <a:blip r:embed="rId96"/>
            </p:blipFill>
            <p:spPr>
              <a:xfrm>
                <a:off x="1735574" y="4126697"/>
                <a:ext cx="1786" cy="2143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1" p14:bwMode="auto">
            <p14:nvContentPartPr>
              <p14:cNvPr id="118" name="墨迹 117"/>
              <p14:cNvContentPartPr/>
              <p14:nvPr/>
            </p14:nvContentPartPr>
            <p14:xfrm>
              <a:off x="1728430" y="4119910"/>
              <a:ext cx="1429" cy="2500"/>
            </p14:xfrm>
          </p:contentPart>
        </mc:Choice>
        <mc:Fallback xmlns="">
          <p:pic>
            <p:nvPicPr>
              <p:cNvPr id="118" name="墨迹 117"/>
            </p:nvPicPr>
            <p:blipFill>
              <a:blip r:embed="rId96"/>
            </p:blipFill>
            <p:spPr>
              <a:xfrm>
                <a:off x="1728430" y="4119910"/>
                <a:ext cx="1429" cy="2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2" p14:bwMode="auto">
            <p14:nvContentPartPr>
              <p14:cNvPr id="119" name="墨迹 118"/>
              <p14:cNvContentPartPr/>
              <p14:nvPr/>
            </p14:nvContentPartPr>
            <p14:xfrm>
              <a:off x="1724144" y="4117767"/>
              <a:ext cx="357" cy="357"/>
            </p14:xfrm>
          </p:contentPart>
        </mc:Choice>
        <mc:Fallback xmlns="">
          <p:pic>
            <p:nvPicPr>
              <p:cNvPr id="119" name="墨迹 118"/>
            </p:nvPicPr>
            <p:blipFill>
              <a:blip r:embed="rId98"/>
            </p:blipFill>
            <p:spPr>
              <a:xfrm>
                <a:off x="1724144" y="4117767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120" name="墨迹 119"/>
              <p14:cNvContentPartPr/>
              <p14:nvPr/>
            </p14:nvContentPartPr>
            <p14:xfrm>
              <a:off x="1719858" y="4111338"/>
              <a:ext cx="357" cy="357"/>
            </p14:xfrm>
          </p:contentPart>
        </mc:Choice>
        <mc:Fallback xmlns="">
          <p:pic>
            <p:nvPicPr>
              <p:cNvPr id="120" name="墨迹 119"/>
            </p:nvPicPr>
            <p:blipFill>
              <a:blip r:embed="rId98"/>
            </p:blipFill>
            <p:spPr>
              <a:xfrm>
                <a:off x="1719858" y="4111338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4" p14:bwMode="auto">
            <p14:nvContentPartPr>
              <p14:cNvPr id="121" name="墨迹 120"/>
              <p14:cNvContentPartPr/>
              <p14:nvPr/>
            </p14:nvContentPartPr>
            <p14:xfrm>
              <a:off x="1717715" y="4110266"/>
              <a:ext cx="357" cy="357"/>
            </p14:xfrm>
          </p:contentPart>
        </mc:Choice>
        <mc:Fallback xmlns="">
          <p:pic>
            <p:nvPicPr>
              <p:cNvPr id="121" name="墨迹 120"/>
            </p:nvPicPr>
            <p:blipFill>
              <a:blip r:embed="rId98"/>
            </p:blipFill>
            <p:spPr>
              <a:xfrm>
                <a:off x="1717715" y="4110266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122" name="墨迹 121"/>
              <p14:cNvContentPartPr/>
              <p14:nvPr/>
            </p14:nvContentPartPr>
            <p14:xfrm>
              <a:off x="1715572" y="4107052"/>
              <a:ext cx="357" cy="357"/>
            </p14:xfrm>
          </p:contentPart>
        </mc:Choice>
        <mc:Fallback xmlns="">
          <p:pic>
            <p:nvPicPr>
              <p:cNvPr id="122" name="墨迹 121"/>
            </p:nvPicPr>
            <p:blipFill>
              <a:blip r:embed="rId98"/>
            </p:blipFill>
            <p:spPr>
              <a:xfrm>
                <a:off x="1715572" y="4107052"/>
                <a:ext cx="357" cy="357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6" p14:bwMode="auto">
            <p14:nvContentPartPr>
              <p14:cNvPr id="123" name="墨迹 122"/>
              <p14:cNvContentPartPr/>
              <p14:nvPr/>
            </p14:nvContentPartPr>
            <p14:xfrm>
              <a:off x="1713428" y="4103837"/>
              <a:ext cx="357" cy="357"/>
            </p14:xfrm>
          </p:contentPart>
        </mc:Choice>
        <mc:Fallback xmlns="">
          <p:pic>
            <p:nvPicPr>
              <p:cNvPr id="123" name="墨迹 122"/>
            </p:nvPicPr>
            <p:blipFill>
              <a:blip r:embed="rId98"/>
            </p:blipFill>
            <p:spPr>
              <a:xfrm>
                <a:off x="1713428" y="4103837"/>
                <a:ext cx="357" cy="357"/>
              </a:xfrm>
              <a:prstGeom prst="rect"/>
            </p:spPr>
          </p:pic>
        </mc:Fallback>
      </mc:AlternateContent>
    </p:spTree>
    <p:custDataLst>
      <p:tags r:id="rId11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162969" y="1487081"/>
            <a:ext cx="259318" cy="165378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2163604" y="2353221"/>
            <a:ext cx="259318" cy="165378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9" name="矩形 8"/>
          <p:cNvSpPr/>
          <p:nvPr/>
        </p:nvSpPr>
        <p:spPr>
          <a:xfrm>
            <a:off x="1445895" y="1652270"/>
            <a:ext cx="514350" cy="298450"/>
          </a:xfrm>
          <a:prstGeom prst="rect">
            <a:avLst/>
          </a:prstGeom>
          <a:noFill/>
          <a:ln w="6350" cmpd="sng">
            <a:solidFill>
              <a:srgbClr val="EC7A2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0" name="矩形 9"/>
          <p:cNvSpPr/>
          <p:nvPr/>
        </p:nvSpPr>
        <p:spPr>
          <a:xfrm>
            <a:off x="1445895" y="2473960"/>
            <a:ext cx="514350" cy="298450"/>
          </a:xfrm>
          <a:prstGeom prst="rect">
            <a:avLst/>
          </a:prstGeom>
          <a:noFill/>
          <a:ln w="6350" cmpd="sng">
            <a:solidFill>
              <a:srgbClr val="EC7A2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1" name="矩形 10"/>
          <p:cNvSpPr/>
          <p:nvPr/>
        </p:nvSpPr>
        <p:spPr>
          <a:xfrm>
            <a:off x="1942465" y="1567180"/>
            <a:ext cx="161925" cy="107315"/>
          </a:xfrm>
          <a:prstGeom prst="rect">
            <a:avLst/>
          </a:prstGeom>
          <a:noFill/>
          <a:ln w="6350" cmpd="sng">
            <a:solidFill>
              <a:srgbClr val="ABD5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2" name="矩形 11"/>
          <p:cNvSpPr/>
          <p:nvPr/>
        </p:nvSpPr>
        <p:spPr>
          <a:xfrm>
            <a:off x="1942465" y="2411095"/>
            <a:ext cx="161925" cy="107315"/>
          </a:xfrm>
          <a:prstGeom prst="rect">
            <a:avLst/>
          </a:prstGeom>
          <a:noFill/>
          <a:ln w="6350" cmpd="sng">
            <a:solidFill>
              <a:srgbClr val="ABD5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3" name="矩形 12"/>
          <p:cNvSpPr/>
          <p:nvPr/>
        </p:nvSpPr>
        <p:spPr>
          <a:xfrm>
            <a:off x="3070860" y="1581785"/>
            <a:ext cx="426720" cy="223520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4" name="矩形 13"/>
          <p:cNvSpPr/>
          <p:nvPr/>
        </p:nvSpPr>
        <p:spPr>
          <a:xfrm>
            <a:off x="3070860" y="2411095"/>
            <a:ext cx="426720" cy="223520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6" name="矩形 15"/>
          <p:cNvSpPr/>
          <p:nvPr/>
        </p:nvSpPr>
        <p:spPr>
          <a:xfrm>
            <a:off x="3183890" y="2656205"/>
            <a:ext cx="382905" cy="116205"/>
          </a:xfrm>
          <a:prstGeom prst="rect">
            <a:avLst/>
          </a:prstGeom>
          <a:noFill/>
          <a:ln w="6350" cmpd="sng">
            <a:solidFill>
              <a:srgbClr val="EC7A2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7" name="矩形 16"/>
          <p:cNvSpPr/>
          <p:nvPr/>
        </p:nvSpPr>
        <p:spPr>
          <a:xfrm>
            <a:off x="2839085" y="2437765"/>
            <a:ext cx="196850" cy="139065"/>
          </a:xfrm>
          <a:prstGeom prst="rect">
            <a:avLst/>
          </a:prstGeom>
          <a:noFill/>
          <a:ln w="6350" cmpd="sng">
            <a:solidFill>
              <a:srgbClr val="ABD5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8" name="矩形 17"/>
          <p:cNvSpPr/>
          <p:nvPr/>
        </p:nvSpPr>
        <p:spPr>
          <a:xfrm>
            <a:off x="3320415" y="1834515"/>
            <a:ext cx="234315" cy="134620"/>
          </a:xfrm>
          <a:prstGeom prst="rect">
            <a:avLst/>
          </a:prstGeom>
          <a:noFill/>
          <a:ln w="6350" cmpd="sng">
            <a:solidFill>
              <a:srgbClr val="EC7A2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19" name="矩形 18"/>
          <p:cNvSpPr/>
          <p:nvPr/>
        </p:nvSpPr>
        <p:spPr>
          <a:xfrm>
            <a:off x="2821305" y="1595120"/>
            <a:ext cx="196850" cy="139065"/>
          </a:xfrm>
          <a:prstGeom prst="rect">
            <a:avLst/>
          </a:prstGeom>
          <a:noFill/>
          <a:ln w="6350" cmpd="sng">
            <a:solidFill>
              <a:srgbClr val="ABD5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20" name="矩形 19"/>
          <p:cNvSpPr/>
          <p:nvPr/>
        </p:nvSpPr>
        <p:spPr>
          <a:xfrm>
            <a:off x="4054475" y="1610995"/>
            <a:ext cx="340360" cy="194310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21" name="矩形 20"/>
          <p:cNvSpPr/>
          <p:nvPr/>
        </p:nvSpPr>
        <p:spPr>
          <a:xfrm>
            <a:off x="3979545" y="2382520"/>
            <a:ext cx="340360" cy="194310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grpSp>
        <p:nvGrpSpPr>
          <p:cNvPr id="2" name="组合 1"/>
          <p:cNvGrpSpPr/>
          <p:nvPr/>
        </p:nvGrpSpPr>
        <p:grpSpPr>
          <a:xfrm>
            <a:off x="685165" y="914669"/>
            <a:ext cx="4878070" cy="1871726"/>
            <a:chOff x="685165" y="914669"/>
            <a:chExt cx="4878070" cy="1871726"/>
          </a:xfrm>
        </p:grpSpPr>
        <p:graphicFrame>
          <p:nvGraphicFramePr>
            <p:cNvPr id="4" name="表格 3"/>
            <p:cNvGraphicFramePr/>
            <p:nvPr/>
          </p:nvGraphicFramePr>
          <p:xfrm>
            <a:off x="685165" y="914669"/>
            <a:ext cx="3990340" cy="1871726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701040"/>
                  <a:gridCol w="1096010"/>
                  <a:gridCol w="1096645"/>
                  <a:gridCol w="1096645"/>
                </a:tblGrid>
                <a:tr h="0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15"/>
                      </a:p>
                    </a:txBody>
                    <a:tcP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900" b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视角</a:t>
                        </a:r>
                        <a:r>
                          <a:rPr lang="en-US" altLang="zh-CN" sz="900" b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1</a:t>
                        </a:r>
                        <a:endParaRPr lang="en-US" altLang="zh-CN" sz="9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endParaRPr>
                      </a:p>
                    </a:txBody>
                    <a:tcPr anchor="b"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900" b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视角</a:t>
                        </a:r>
                        <a:r>
                          <a:rPr lang="en-US" altLang="zh-CN" sz="900" b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2</a:t>
                        </a:r>
                        <a:endParaRPr lang="en-US" altLang="zh-CN" sz="9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endParaRPr>
                      </a:p>
                    </a:txBody>
                    <a:tcPr anchor="b"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900" b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视角</a:t>
                        </a:r>
                        <a:r>
                          <a:rPr lang="en-US" altLang="zh-CN" sz="900" b="0">
                            <a:solidFill>
                              <a:schemeClr val="tx1"/>
                            </a:solidFill>
                            <a:latin typeface="宋体" panose="02010600030101010101" pitchFamily="2" charset="-122"/>
                            <a:ea typeface="宋体" panose="02010600030101010101" pitchFamily="2" charset="-122"/>
                            <a:cs typeface="宋体" panose="02010600030101010101" pitchFamily="2" charset="-122"/>
                          </a:rPr>
                          <a:t>3</a:t>
                        </a:r>
                        <a:endParaRPr lang="en-US" altLang="zh-CN" sz="9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endParaRPr>
                      </a:p>
                    </a:txBody>
                    <a:tcPr anchor="b">
                      <a:noFill/>
                    </a:tcPr>
                  </a:tc>
                </a:tr>
                <a:tr h="81280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9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优化前</a:t>
                        </a:r>
                        <a:endParaRPr lang="zh-CN" altLang="en-US" sz="900" dirty="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a:txBody>
                    <a:tcPr vert="vert270" anchor="b"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15" dirty="0"/>
                      </a:p>
                    </a:txBody>
                    <a:tcPr>
                      <a:blipFill>
                        <a:blip r:embed="rId1"/>
                        <a:stretch>
                          <a:fillRect/>
                        </a:stretch>
                      </a:blip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15"/>
                      </a:p>
                    </a:txBody>
                    <a:tcPr>
                      <a:blipFill>
                        <a:blip r:embed="rId2"/>
                        <a:stretch>
                          <a:fillRect/>
                        </a:stretch>
                      </a:blip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15"/>
                      </a:p>
                    </a:txBody>
                    <a:tcPr>
                      <a:blipFill>
                        <a:blip r:embed="rId3"/>
                        <a:stretch>
                          <a:fillRect/>
                        </a:stretch>
                      </a:blipFill>
                    </a:tcPr>
                  </a:tc>
                </a:tr>
                <a:tr h="81280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90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a:t>优化后</a:t>
                        </a:r>
                        <a:endParaRPr lang="zh-CN" altLang="en-US" sz="900">
                          <a:latin typeface="宋体" panose="02010600030101010101" pitchFamily="2" charset="-122"/>
                          <a:ea typeface="宋体" panose="02010600030101010101" pitchFamily="2" charset="-122"/>
                        </a:endParaRPr>
                      </a:p>
                    </a:txBody>
                    <a:tcPr vert="vert270" anchor="b">
                      <a:noFill/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15"/>
                      </a:p>
                    </a:txBody>
                    <a:tcPr>
                      <a:blipFill>
                        <a:blip r:embed="rId4"/>
                        <a:stretch>
                          <a:fillRect/>
                        </a:stretch>
                      </a:blip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15"/>
                      </a:p>
                    </a:txBody>
                    <a:tcPr>
                      <a:blipFill>
                        <a:blip r:embed="rId5"/>
                        <a:stretch>
                          <a:fillRect/>
                        </a:stretch>
                      </a:blip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endParaRPr lang="zh-CN" altLang="en-US" sz="1015" dirty="0"/>
                      </a:p>
                    </a:txBody>
                    <a:tcPr>
                      <a:blipFill>
                        <a:blip r:embed="rId6"/>
                        <a:stretch>
                          <a:fillRect/>
                        </a:stretch>
                      </a:blipFill>
                    </a:tcPr>
                  </a:tc>
                </a:tr>
              </a:tbl>
            </a:graphicData>
          </a:graphic>
        </p:graphicFrame>
        <p:grpSp>
          <p:nvGrpSpPr>
            <p:cNvPr id="33" name="组合 32"/>
            <p:cNvGrpSpPr/>
            <p:nvPr/>
          </p:nvGrpSpPr>
          <p:grpSpPr>
            <a:xfrm>
              <a:off x="4790440" y="1238885"/>
              <a:ext cx="772795" cy="1475740"/>
              <a:chOff x="7544" y="1951"/>
              <a:chExt cx="1217" cy="2324"/>
            </a:xfrm>
          </p:grpSpPr>
          <p:sp>
            <p:nvSpPr>
              <p:cNvPr id="24" name="圆角矩形 23"/>
              <p:cNvSpPr>
                <a:spLocks noChangeAspect="1"/>
              </p:cNvSpPr>
              <p:nvPr/>
            </p:nvSpPr>
            <p:spPr>
              <a:xfrm>
                <a:off x="7548" y="2015"/>
                <a:ext cx="166" cy="179"/>
              </a:xfrm>
              <a:prstGeom prst="roundRect">
                <a:avLst/>
              </a:prstGeom>
              <a:solidFill>
                <a:srgbClr val="EEA7BE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圆角矩形 24"/>
              <p:cNvSpPr>
                <a:spLocks noChangeAspect="1"/>
              </p:cNvSpPr>
              <p:nvPr/>
            </p:nvSpPr>
            <p:spPr>
              <a:xfrm>
                <a:off x="7546" y="2638"/>
                <a:ext cx="168" cy="181"/>
              </a:xfrm>
              <a:prstGeom prst="roundRect">
                <a:avLst/>
              </a:prstGeom>
              <a:solidFill>
                <a:srgbClr val="B5A7E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圆角矩形 25"/>
              <p:cNvSpPr>
                <a:spLocks noChangeAspect="1"/>
              </p:cNvSpPr>
              <p:nvPr/>
            </p:nvSpPr>
            <p:spPr>
              <a:xfrm>
                <a:off x="7546" y="3319"/>
                <a:ext cx="168" cy="181"/>
              </a:xfrm>
              <a:prstGeom prst="roundRect">
                <a:avLst/>
              </a:prstGeom>
              <a:solidFill>
                <a:srgbClr val="E1EFA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圆角矩形 26"/>
              <p:cNvSpPr>
                <a:spLocks noChangeAspect="1"/>
              </p:cNvSpPr>
              <p:nvPr/>
            </p:nvSpPr>
            <p:spPr>
              <a:xfrm>
                <a:off x="7544" y="4017"/>
                <a:ext cx="168" cy="181"/>
              </a:xfrm>
              <a:prstGeom prst="roundRect">
                <a:avLst/>
              </a:prstGeom>
              <a:solidFill>
                <a:srgbClr val="A9EEDC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7713" y="1951"/>
                <a:ext cx="82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>
                    <a:latin typeface="宋体" panose="02010600030101010101" pitchFamily="2" charset="-122"/>
                    <a:ea typeface="宋体" panose="02010600030101010101" pitchFamily="2" charset="-122"/>
                  </a:rPr>
                  <a:t>电视</a:t>
                </a:r>
                <a:endParaRPr lang="zh-CN" altLang="en-US" sz="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7713" y="2560"/>
                <a:ext cx="82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>
                    <a:latin typeface="宋体" panose="02010600030101010101" pitchFamily="2" charset="-122"/>
                    <a:ea typeface="宋体" panose="02010600030101010101" pitchFamily="2" charset="-122"/>
                  </a:rPr>
                  <a:t>床</a:t>
                </a:r>
                <a:endParaRPr lang="zh-CN" altLang="en-US" sz="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7713" y="3241"/>
                <a:ext cx="82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>
                    <a:latin typeface="宋体" panose="02010600030101010101" pitchFamily="2" charset="-122"/>
                    <a:ea typeface="宋体" panose="02010600030101010101" pitchFamily="2" charset="-122"/>
                  </a:rPr>
                  <a:t>沙发</a:t>
                </a:r>
                <a:endParaRPr lang="zh-CN" altLang="en-US" sz="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713" y="3939"/>
                <a:ext cx="104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800">
                    <a:latin typeface="宋体" panose="02010600030101010101" pitchFamily="2" charset="-122"/>
                    <a:ea typeface="宋体" panose="02010600030101010101" pitchFamily="2" charset="-122"/>
                  </a:rPr>
                  <a:t>盆栽植物</a:t>
                </a:r>
                <a:endParaRPr lang="zh-CN" altLang="en-US" sz="8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68655" y="604393"/>
            <a:ext cx="5520690" cy="2279650"/>
            <a:chOff x="974" y="4715"/>
            <a:chExt cx="8694" cy="3590"/>
          </a:xfrm>
        </p:grpSpPr>
        <p:grpSp>
          <p:nvGrpSpPr>
            <p:cNvPr id="3" name="组合 2"/>
            <p:cNvGrpSpPr/>
            <p:nvPr/>
          </p:nvGrpSpPr>
          <p:grpSpPr>
            <a:xfrm>
              <a:off x="974" y="4715"/>
              <a:ext cx="8694" cy="3591"/>
              <a:chOff x="974" y="5726"/>
              <a:chExt cx="8694" cy="3591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974" y="6103"/>
                <a:ext cx="8694" cy="3215"/>
                <a:chOff x="1680" y="6047"/>
                <a:chExt cx="8789" cy="3263"/>
              </a:xfrm>
            </p:grpSpPr>
            <p:pic>
              <p:nvPicPr>
                <p:cNvPr id="9" name="图片 8" descr="hm3d空洞"/>
                <p:cNvPicPr>
                  <a:picLocks noChangeAspect="1"/>
                </p:cNvPicPr>
                <p:nvPr/>
              </p:nvPicPr>
              <p:blipFill>
                <a:blip r:embed="rId1"/>
                <a:srcRect l="23469" r="30280"/>
                <a:stretch>
                  <a:fillRect/>
                </a:stretch>
              </p:blipFill>
              <p:spPr>
                <a:xfrm>
                  <a:off x="1680" y="6061"/>
                  <a:ext cx="2891" cy="3249"/>
                </a:xfrm>
                <a:prstGeom prst="rect">
                  <a:avLst/>
                </a:prstGeom>
              </p:spPr>
            </p:pic>
            <p:pic>
              <p:nvPicPr>
                <p:cNvPr id="10" name="图片 9" descr="hm3d空洞2"/>
                <p:cNvPicPr>
                  <a:picLocks noChangeAspect="1"/>
                </p:cNvPicPr>
                <p:nvPr/>
              </p:nvPicPr>
              <p:blipFill>
                <a:blip r:embed="rId2"/>
                <a:srcRect l="31325" t="-268" r="18318" b="268"/>
                <a:stretch>
                  <a:fillRect/>
                </a:stretch>
              </p:blipFill>
              <p:spPr>
                <a:xfrm>
                  <a:off x="7578" y="6047"/>
                  <a:ext cx="2891" cy="3253"/>
                </a:xfrm>
                <a:prstGeom prst="rect">
                  <a:avLst/>
                </a:prstGeom>
              </p:spPr>
            </p:pic>
            <p:pic>
              <p:nvPicPr>
                <p:cNvPr id="11" name="图片 10" descr="hm3d空洞3"/>
                <p:cNvPicPr>
                  <a:picLocks noChangeAspect="1"/>
                </p:cNvPicPr>
                <p:nvPr/>
              </p:nvPicPr>
              <p:blipFill>
                <a:blip r:embed="rId3"/>
                <a:srcRect l="24162" r="25937"/>
                <a:stretch>
                  <a:fillRect/>
                </a:stretch>
              </p:blipFill>
              <p:spPr>
                <a:xfrm>
                  <a:off x="4621" y="6054"/>
                  <a:ext cx="2894" cy="3246"/>
                </a:xfrm>
                <a:prstGeom prst="rect">
                  <a:avLst/>
                </a:prstGeom>
              </p:spPr>
            </p:pic>
          </p:grpSp>
          <p:sp>
            <p:nvSpPr>
              <p:cNvPr id="8" name="同侧圆角矩形 37"/>
              <p:cNvSpPr/>
              <p:nvPr/>
            </p:nvSpPr>
            <p:spPr>
              <a:xfrm>
                <a:off x="974" y="5726"/>
                <a:ext cx="8694" cy="327"/>
              </a:xfrm>
              <a:prstGeom prst="round2SameRect">
                <a:avLst/>
              </a:prstGeom>
              <a:solidFill>
                <a:srgbClr val="D9E8D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场景构建出现</a:t>
                </a:r>
                <a:r>
                  <a:rPr lang="en-US" altLang="zh-CN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“</a:t>
                </a:r>
                <a:r>
                  <a:rPr lang="zh-CN" altLang="en-US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漏洞</a:t>
                </a:r>
                <a:r>
                  <a:rPr lang="en-US" altLang="zh-CN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”</a:t>
                </a:r>
                <a:endParaRPr lang="en-US" altLang="zh-CN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1557" y="6865"/>
              <a:ext cx="2142" cy="1308"/>
            </a:xfrm>
            <a:prstGeom prst="rect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4125" y="5390"/>
              <a:ext cx="2142" cy="2193"/>
            </a:xfrm>
            <a:prstGeom prst="rect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7949" y="6256"/>
              <a:ext cx="720" cy="1218"/>
            </a:xfrm>
            <a:prstGeom prst="rect">
              <a:avLst/>
            </a:prstGeom>
            <a:noFill/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1600308" y="627676"/>
            <a:ext cx="3487420" cy="3960041"/>
            <a:chOff x="318763" y="1057167"/>
            <a:chExt cx="3487420" cy="3960041"/>
          </a:xfrm>
        </p:grpSpPr>
        <p:grpSp>
          <p:nvGrpSpPr>
            <p:cNvPr id="4" name="组合 3"/>
            <p:cNvGrpSpPr/>
            <p:nvPr/>
          </p:nvGrpSpPr>
          <p:grpSpPr>
            <a:xfrm>
              <a:off x="318763" y="1057167"/>
              <a:ext cx="3487420" cy="1992630"/>
              <a:chOff x="2053" y="8868"/>
              <a:chExt cx="5492" cy="313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2053" y="8868"/>
                <a:ext cx="5492" cy="3138"/>
                <a:chOff x="2053" y="8868"/>
                <a:chExt cx="5492" cy="3138"/>
              </a:xfrm>
            </p:grpSpPr>
            <p:grpSp>
              <p:nvGrpSpPr>
                <p:cNvPr id="8" name="组合 7"/>
                <p:cNvGrpSpPr/>
                <p:nvPr/>
              </p:nvGrpSpPr>
              <p:grpSpPr>
                <a:xfrm>
                  <a:off x="2053" y="8868"/>
                  <a:ext cx="5482" cy="2870"/>
                  <a:chOff x="2053" y="8868"/>
                  <a:chExt cx="5482" cy="2870"/>
                </a:xfrm>
              </p:grpSpPr>
              <p:pic>
                <p:nvPicPr>
                  <p:cNvPr id="11" name="图片 10" descr="建模质量不佳-椅子"/>
                  <p:cNvPicPr>
                    <a:picLocks noChangeAspect="1"/>
                  </p:cNvPicPr>
                  <p:nvPr>
                    <p:custDataLst>
                      <p:tags r:id="rId2"/>
                    </p:custDataLst>
                  </p:nvPr>
                </p:nvPicPr>
                <p:blipFill>
                  <a:blip r:embed="rId3"/>
                  <a:srcRect l="19666" r="14772"/>
                  <a:stretch>
                    <a:fillRect/>
                  </a:stretch>
                </p:blipFill>
                <p:spPr>
                  <a:xfrm>
                    <a:off x="2053" y="9247"/>
                    <a:ext cx="2739" cy="2491"/>
                  </a:xfrm>
                  <a:prstGeom prst="rect">
                    <a:avLst/>
                  </a:prstGeom>
                </p:spPr>
              </p:pic>
              <p:pic>
                <p:nvPicPr>
                  <p:cNvPr id="12" name="图片 11" descr="语义缺失"/>
                  <p:cNvPicPr>
                    <a:picLocks noChangeAspect="1"/>
                  </p:cNvPicPr>
                  <p:nvPr>
                    <p:custDataLst>
                      <p:tags r:id="rId4"/>
                    </p:custDataLst>
                  </p:nvPr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802" y="9247"/>
                    <a:ext cx="2733" cy="2486"/>
                  </a:xfrm>
                  <a:prstGeom prst="rect">
                    <a:avLst/>
                  </a:prstGeom>
                </p:spPr>
              </p:pic>
              <p:sp>
                <p:nvSpPr>
                  <p:cNvPr id="13" name="同侧圆角矩形 43"/>
                  <p:cNvSpPr/>
                  <p:nvPr/>
                </p:nvSpPr>
                <p:spPr>
                  <a:xfrm>
                    <a:off x="2062" y="8868"/>
                    <a:ext cx="5472" cy="327"/>
                  </a:xfrm>
                  <a:prstGeom prst="round2SameRect">
                    <a:avLst/>
                  </a:prstGeom>
                  <a:solidFill>
                    <a:srgbClr val="D9E8D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sz="1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rPr>
                      <a:t>语义缺失导致目标定位失败</a:t>
                    </a:r>
                    <a:endParaRPr lang="zh-CN" altLang="en-US" sz="1000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9" name="文本框 8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2074" y="11644"/>
                  <a:ext cx="2689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00" dirty="0"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rPr>
                    <a:t>RGB</a:t>
                  </a:r>
                  <a:r>
                    <a:rPr lang="zh-CN" altLang="en-US" sz="900" dirty="0"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rPr>
                    <a:t>观测</a:t>
                  </a:r>
                  <a:endPara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0" name="文本框 9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4847" y="11644"/>
                  <a:ext cx="2698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900">
                      <a:latin typeface="宋体" panose="02010600030101010101" pitchFamily="2" charset="-122"/>
                      <a:ea typeface="宋体" panose="02010600030101010101" pitchFamily="2" charset="-122"/>
                      <a:cs typeface="宋体" panose="02010600030101010101" pitchFamily="2" charset="-122"/>
                    </a:rPr>
                    <a:t>语义渲染</a:t>
                  </a:r>
                  <a:endParaRPr lang="zh-CN" altLang="en-US" sz="90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</p:grpSp>
          <p:sp>
            <p:nvSpPr>
              <p:cNvPr id="6" name="矩形 5"/>
              <p:cNvSpPr/>
              <p:nvPr>
                <p:custDataLst>
                  <p:tags r:id="rId8"/>
                </p:custDataLst>
              </p:nvPr>
            </p:nvSpPr>
            <p:spPr>
              <a:xfrm>
                <a:off x="2730" y="10185"/>
                <a:ext cx="1395" cy="1253"/>
              </a:xfrm>
              <a:prstGeom prst="rect">
                <a:avLst/>
              </a:prstGeom>
              <a:noFill/>
              <a:ln w="254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>
                <p:custDataLst>
                  <p:tags r:id="rId9"/>
                </p:custDataLst>
              </p:nvPr>
            </p:nvSpPr>
            <p:spPr>
              <a:xfrm>
                <a:off x="5507" y="10406"/>
                <a:ext cx="1121" cy="1111"/>
              </a:xfrm>
              <a:prstGeom prst="rect">
                <a:avLst/>
              </a:prstGeom>
              <a:noFill/>
              <a:ln w="254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318763" y="3109487"/>
              <a:ext cx="3480436" cy="1907721"/>
              <a:chOff x="318763" y="3066942"/>
              <a:chExt cx="3480436" cy="1907721"/>
            </a:xfrm>
          </p:grpSpPr>
          <p:pic>
            <p:nvPicPr>
              <p:cNvPr id="15" name="图片 14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8763" y="3066942"/>
                <a:ext cx="3480435" cy="1732615"/>
              </a:xfrm>
              <a:prstGeom prst="rect">
                <a:avLst/>
              </a:prstGeom>
            </p:spPr>
          </p:pic>
          <p:sp>
            <p:nvSpPr>
              <p:cNvPr id="16" name="文本框 1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18763" y="4743831"/>
                <a:ext cx="173926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初始位姿渲染</a:t>
                </a:r>
                <a:endPara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文本框 16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064379" y="4740475"/>
                <a:ext cx="1734820" cy="229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9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优化后位姿渲染</a:t>
                </a:r>
                <a:endParaRPr lang="zh-CN" altLang="en-US" sz="9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44479" y="2334739"/>
            <a:ext cx="5716885" cy="2088595"/>
            <a:chOff x="344479" y="2334739"/>
            <a:chExt cx="5716885" cy="208859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479" y="2529561"/>
              <a:ext cx="1897495" cy="189377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1363" y="2529561"/>
              <a:ext cx="3810001" cy="1893773"/>
            </a:xfrm>
            <a:prstGeom prst="rect">
              <a:avLst/>
            </a:prstGeom>
          </p:spPr>
        </p:pic>
        <p:sp>
          <p:nvSpPr>
            <p:cNvPr id="8" name="矩形: 圆顶角 7"/>
            <p:cNvSpPr/>
            <p:nvPr/>
          </p:nvSpPr>
          <p:spPr>
            <a:xfrm>
              <a:off x="344479" y="2335481"/>
              <a:ext cx="1889741" cy="166254"/>
            </a:xfrm>
            <a:prstGeom prst="round2SameRect">
              <a:avLst/>
            </a:prstGeom>
            <a:solidFill>
              <a:srgbClr val="D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目标图像</a:t>
              </a:r>
              <a:endParaRPr lang="zh-CN" altLang="en-US" sz="9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矩形: 圆顶角 8"/>
            <p:cNvSpPr/>
            <p:nvPr/>
          </p:nvSpPr>
          <p:spPr>
            <a:xfrm>
              <a:off x="2257425" y="2335481"/>
              <a:ext cx="1899285" cy="166254"/>
            </a:xfrm>
            <a:prstGeom prst="round2SameRect">
              <a:avLst/>
            </a:prstGeom>
            <a:solidFill>
              <a:srgbClr val="D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初始估计位姿渲染图像</a:t>
              </a:r>
              <a:endParaRPr lang="zh-CN" altLang="en-US" sz="9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" name="矩形: 圆顶角 9"/>
            <p:cNvSpPr/>
            <p:nvPr/>
          </p:nvSpPr>
          <p:spPr>
            <a:xfrm>
              <a:off x="4173854" y="2334739"/>
              <a:ext cx="1887509" cy="166254"/>
            </a:xfrm>
            <a:prstGeom prst="round2SameRect">
              <a:avLst/>
            </a:prstGeom>
            <a:solidFill>
              <a:srgbClr val="D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位姿精修后渲染图像</a:t>
              </a:r>
              <a:endParaRPr lang="zh-CN" altLang="en-US" sz="9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>
            <p:custDataLst>
              <p:tags r:id="rId1"/>
            </p:custDataLst>
          </p:nvPr>
        </p:nvGrpSpPr>
        <p:grpSpPr>
          <a:xfrm>
            <a:off x="146050" y="2389505"/>
            <a:ext cx="6651625" cy="2237740"/>
            <a:chOff x="230" y="3763"/>
            <a:chExt cx="10475" cy="3524"/>
          </a:xfrm>
        </p:grpSpPr>
        <p:sp>
          <p:nvSpPr>
            <p:cNvPr id="62" name="圆角矩形 61"/>
            <p:cNvSpPr/>
            <p:nvPr>
              <p:custDataLst>
                <p:tags r:id="rId2"/>
              </p:custDataLst>
            </p:nvPr>
          </p:nvSpPr>
          <p:spPr>
            <a:xfrm>
              <a:off x="2534" y="3763"/>
              <a:ext cx="4987" cy="3089"/>
            </a:xfrm>
            <a:prstGeom prst="roundRect">
              <a:avLst>
                <a:gd name="adj" fmla="val 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14" name="图片 1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" y="3771"/>
              <a:ext cx="2303" cy="3082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230" y="6853"/>
              <a:ext cx="2303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latin typeface="宋体" panose="02010600030101010101" pitchFamily="2" charset="-122"/>
                  <a:ea typeface="宋体" panose="02010600030101010101" pitchFamily="2" charset="-122"/>
                </a:rPr>
                <a:t>目标图像</a:t>
              </a:r>
              <a:endParaRPr lang="zh-CN" altLang="en-US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4390" y="6853"/>
              <a:ext cx="1316" cy="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latin typeface="宋体" panose="02010600030101010101" pitchFamily="2" charset="-122"/>
                  <a:ea typeface="宋体" panose="02010600030101010101" pitchFamily="2" charset="-122"/>
                </a:rPr>
                <a:t>导航时间步</a:t>
              </a:r>
              <a:endParaRPr lang="zh-CN" altLang="en-US" sz="1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2622" y="6853"/>
              <a:ext cx="4762" cy="3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7" name="直接连接符 46"/>
            <p:cNvCxnSpPr>
              <a:stCxn id="46" idx="1"/>
              <a:endCxn id="45" idx="1"/>
            </p:cNvCxnSpPr>
            <p:nvPr/>
          </p:nvCxnSpPr>
          <p:spPr>
            <a:xfrm>
              <a:off x="2622" y="7046"/>
              <a:ext cx="1768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45" idx="3"/>
              <a:endCxn id="46" idx="3"/>
            </p:cNvCxnSpPr>
            <p:nvPr/>
          </p:nvCxnSpPr>
          <p:spPr>
            <a:xfrm>
              <a:off x="5706" y="7046"/>
              <a:ext cx="167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9" name="文本框 48"/>
            <p:cNvSpPr txBox="1"/>
            <p:nvPr/>
          </p:nvSpPr>
          <p:spPr>
            <a:xfrm>
              <a:off x="7521" y="6843"/>
              <a:ext cx="2898" cy="4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latin typeface="宋体" panose="02010600030101010101" pitchFamily="2" charset="-122"/>
                  <a:ea typeface="宋体" panose="02010600030101010101" pitchFamily="2" charset="-122"/>
                </a:rPr>
                <a:t>智能体移动路线</a:t>
              </a:r>
              <a:endParaRPr lang="zh-CN" altLang="en-US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71" name="组合 70"/>
            <p:cNvGrpSpPr/>
            <p:nvPr>
              <p:custDataLst>
                <p:tags r:id="rId4"/>
              </p:custDataLst>
            </p:nvPr>
          </p:nvGrpSpPr>
          <p:grpSpPr>
            <a:xfrm>
              <a:off x="2636" y="3869"/>
              <a:ext cx="4764" cy="2864"/>
              <a:chOff x="2629" y="3950"/>
              <a:chExt cx="4764" cy="2864"/>
            </a:xfrm>
          </p:grpSpPr>
          <p:grpSp>
            <p:nvGrpSpPr>
              <p:cNvPr id="37" name="组合 36"/>
              <p:cNvGrpSpPr/>
              <p:nvPr>
                <p:custDataLst>
                  <p:tags r:id="rId5"/>
                </p:custDataLst>
              </p:nvPr>
            </p:nvGrpSpPr>
            <p:grpSpPr>
              <a:xfrm rot="0">
                <a:off x="2629" y="3950"/>
                <a:ext cx="4764" cy="2864"/>
                <a:chOff x="3064" y="3922"/>
                <a:chExt cx="4764" cy="2940"/>
              </a:xfrm>
            </p:grpSpPr>
            <p:grpSp>
              <p:nvGrpSpPr>
                <p:cNvPr id="31" name="组合 30"/>
                <p:cNvGrpSpPr/>
                <p:nvPr/>
              </p:nvGrpSpPr>
              <p:grpSpPr>
                <a:xfrm>
                  <a:off x="3064" y="3924"/>
                  <a:ext cx="1114" cy="2938"/>
                  <a:chOff x="3064" y="3924"/>
                  <a:chExt cx="1114" cy="2938"/>
                </a:xfrm>
              </p:grpSpPr>
              <p:pic>
                <p:nvPicPr>
                  <p:cNvPr id="3" name="图片 2" descr="1"/>
                  <p:cNvPicPr>
                    <a:picLocks noChangeAspect="1"/>
                  </p:cNvPicPr>
                  <p:nvPr>
                    <p:custDataLst>
                      <p:tags r:id="rId6"/>
                    </p:custDataLst>
                  </p:nvPr>
                </p:nvPicPr>
                <p:blipFill>
                  <a:blip r:embed="rId7"/>
                  <a:srcRect l="41458"/>
                  <a:stretch>
                    <a:fillRect/>
                  </a:stretch>
                </p:blipFill>
                <p:spPr>
                  <a:xfrm>
                    <a:off x="3064" y="3924"/>
                    <a:ext cx="1114" cy="1334"/>
                  </a:xfrm>
                  <a:prstGeom prst="rect">
                    <a:avLst/>
                  </a:prstGeom>
                </p:spPr>
              </p:pic>
              <p:pic>
                <p:nvPicPr>
                  <p:cNvPr id="10" name="图片 9" descr="1"/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7"/>
                  <a:srcRect l="500" r="58722"/>
                  <a:stretch>
                    <a:fillRect/>
                  </a:stretch>
                </p:blipFill>
                <p:spPr>
                  <a:xfrm>
                    <a:off x="3064" y="5454"/>
                    <a:ext cx="1114" cy="140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2" name="组合 31"/>
                <p:cNvGrpSpPr/>
                <p:nvPr/>
              </p:nvGrpSpPr>
              <p:grpSpPr>
                <a:xfrm>
                  <a:off x="4296" y="3922"/>
                  <a:ext cx="1111" cy="2938"/>
                  <a:chOff x="4319" y="3924"/>
                  <a:chExt cx="1111" cy="2938"/>
                </a:xfrm>
              </p:grpSpPr>
              <p:pic>
                <p:nvPicPr>
                  <p:cNvPr id="4" name="图片 3" descr="2"/>
                  <p:cNvPicPr/>
                  <p:nvPr>
                    <p:custDataLst>
                      <p:tags r:id="rId9"/>
                    </p:custDataLst>
                  </p:nvPr>
                </p:nvPicPr>
                <p:blipFill>
                  <a:blip r:embed="rId10"/>
                  <a:srcRect l="41056"/>
                  <a:stretch>
                    <a:fillRect/>
                  </a:stretch>
                </p:blipFill>
                <p:spPr>
                  <a:xfrm>
                    <a:off x="4319" y="3924"/>
                    <a:ext cx="1111" cy="1334"/>
                  </a:xfrm>
                  <a:prstGeom prst="rect">
                    <a:avLst/>
                  </a:prstGeom>
                </p:spPr>
              </p:pic>
              <p:pic>
                <p:nvPicPr>
                  <p:cNvPr id="22" name="图片 21" descr="2"/>
                  <p:cNvPicPr/>
                  <p:nvPr>
                    <p:custDataLst>
                      <p:tags r:id="rId11"/>
                    </p:custDataLst>
                  </p:nvPr>
                </p:nvPicPr>
                <p:blipFill>
                  <a:blip r:embed="rId10"/>
                  <a:srcRect r="59463"/>
                  <a:stretch>
                    <a:fillRect/>
                  </a:stretch>
                </p:blipFill>
                <p:spPr>
                  <a:xfrm>
                    <a:off x="4319" y="5456"/>
                    <a:ext cx="1111" cy="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3" name="组合 32"/>
                <p:cNvGrpSpPr/>
                <p:nvPr/>
              </p:nvGrpSpPr>
              <p:grpSpPr>
                <a:xfrm>
                  <a:off x="5509" y="3924"/>
                  <a:ext cx="1113" cy="2938"/>
                  <a:chOff x="5634" y="3924"/>
                  <a:chExt cx="1113" cy="2938"/>
                </a:xfrm>
              </p:grpSpPr>
              <p:pic>
                <p:nvPicPr>
                  <p:cNvPr id="6" name="图片 5" descr="3"/>
                  <p:cNvPicPr>
                    <a:picLocks noChangeAspect="1"/>
                  </p:cNvPicPr>
                  <p:nvPr>
                    <p:custDataLst>
                      <p:tags r:id="rId12"/>
                    </p:custDataLst>
                  </p:nvPr>
                </p:nvPicPr>
                <p:blipFill>
                  <a:blip r:embed="rId13"/>
                  <a:srcRect l="41093"/>
                  <a:stretch>
                    <a:fillRect/>
                  </a:stretch>
                </p:blipFill>
                <p:spPr>
                  <a:xfrm>
                    <a:off x="5634" y="3924"/>
                    <a:ext cx="1113" cy="1334"/>
                  </a:xfrm>
                  <a:prstGeom prst="rect">
                    <a:avLst/>
                  </a:prstGeom>
                </p:spPr>
              </p:pic>
              <p:pic>
                <p:nvPicPr>
                  <p:cNvPr id="28" name="图片 27" descr="3"/>
                  <p:cNvPicPr/>
                  <p:nvPr>
                    <p:custDataLst>
                      <p:tags r:id="rId14"/>
                    </p:custDataLst>
                  </p:nvPr>
                </p:nvPicPr>
                <p:blipFill>
                  <a:blip r:embed="rId13"/>
                  <a:srcRect r="59296"/>
                  <a:stretch>
                    <a:fillRect/>
                  </a:stretch>
                </p:blipFill>
                <p:spPr>
                  <a:xfrm>
                    <a:off x="5636" y="5456"/>
                    <a:ext cx="1111" cy="140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5" name="组合 34"/>
                <p:cNvGrpSpPr/>
                <p:nvPr/>
              </p:nvGrpSpPr>
              <p:grpSpPr>
                <a:xfrm>
                  <a:off x="6716" y="3922"/>
                  <a:ext cx="1112" cy="2938"/>
                  <a:chOff x="7158" y="3924"/>
                  <a:chExt cx="1112" cy="2938"/>
                </a:xfrm>
              </p:grpSpPr>
              <p:pic>
                <p:nvPicPr>
                  <p:cNvPr id="8" name="图片 7" descr="4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16"/>
                  <a:srcRect l="41444"/>
                  <a:stretch>
                    <a:fillRect/>
                  </a:stretch>
                </p:blipFill>
                <p:spPr>
                  <a:xfrm>
                    <a:off x="7158" y="3924"/>
                    <a:ext cx="1112" cy="1334"/>
                  </a:xfrm>
                  <a:prstGeom prst="rect">
                    <a:avLst/>
                  </a:prstGeom>
                </p:spPr>
              </p:pic>
              <p:pic>
                <p:nvPicPr>
                  <p:cNvPr id="30" name="图片 29" descr="4"/>
                  <p:cNvPicPr/>
                  <p:nvPr>
                    <p:custDataLst>
                      <p:tags r:id="rId17"/>
                    </p:custDataLst>
                  </p:nvPr>
                </p:nvPicPr>
                <p:blipFill>
                  <a:blip r:embed="rId16"/>
                  <a:srcRect r="59296"/>
                  <a:stretch>
                    <a:fillRect/>
                  </a:stretch>
                </p:blipFill>
                <p:spPr>
                  <a:xfrm>
                    <a:off x="7159" y="5456"/>
                    <a:ext cx="1111" cy="1406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3" name="文本框 6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2637" y="3959"/>
                <a:ext cx="1106" cy="3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p>
                <a:pPr algn="ctr"/>
                <a:r>
                  <a:rPr lang="en-US" altLang="zh-CN" sz="7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map</a:t>
                </a:r>
                <a:endParaRPr lang="en-US" altLang="zh-CN" sz="7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4" name="文本框 63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3866" y="3952"/>
                <a:ext cx="1106" cy="3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p>
                <a:pPr algn="ctr"/>
                <a:r>
                  <a:rPr lang="en-US" altLang="zh-CN" sz="7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map</a:t>
                </a:r>
                <a:endParaRPr lang="en-US" altLang="zh-CN" sz="7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5" name="文本框 64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081" y="3959"/>
                <a:ext cx="1106" cy="3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p>
                <a:pPr algn="ctr"/>
                <a:r>
                  <a:rPr lang="en-US" altLang="zh-CN" sz="7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map</a:t>
                </a:r>
                <a:endParaRPr lang="en-US" altLang="zh-CN" sz="7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6287" y="3950"/>
                <a:ext cx="1106" cy="31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p>
                <a:pPr algn="ctr"/>
                <a:r>
                  <a:rPr lang="en-US" altLang="zh-CN" sz="7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map</a:t>
                </a:r>
                <a:endParaRPr lang="en-US" altLang="zh-CN" sz="7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7" name="文本框 66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2629" y="5443"/>
                <a:ext cx="1115" cy="267"/>
              </a:xfrm>
              <a:prstGeom prst="rect">
                <a:avLst/>
              </a:prstGeom>
              <a:solidFill>
                <a:schemeClr val="bg1">
                  <a:lumMod val="95000"/>
                  <a:alpha val="70000"/>
                </a:schemeClr>
              </a:solidFill>
            </p:spPr>
            <p:txBody>
              <a:bodyPr wrap="square" rtlCol="0" anchor="t" anchorCtr="0">
                <a:noAutofit/>
              </a:bodyPr>
              <a:p>
                <a:pPr algn="ctr"/>
                <a:r>
                  <a:rPr lang="en-US" altLang="zh-CN" sz="5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RGB Observation</a:t>
                </a:r>
                <a:endParaRPr lang="en-US" altLang="zh-CN" sz="5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8" name="文本框 67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3861" y="5443"/>
                <a:ext cx="1111" cy="267"/>
              </a:xfrm>
              <a:prstGeom prst="rect">
                <a:avLst/>
              </a:prstGeom>
              <a:solidFill>
                <a:schemeClr val="bg1">
                  <a:lumMod val="95000"/>
                  <a:alpha val="70000"/>
                </a:schemeClr>
              </a:solidFill>
            </p:spPr>
            <p:txBody>
              <a:bodyPr wrap="square" rtlCol="0" anchor="t" anchorCtr="0">
                <a:noAutofit/>
              </a:bodyPr>
              <a:p>
                <a:pPr algn="ctr"/>
                <a:r>
                  <a:rPr lang="en-US" altLang="zh-CN" sz="5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RGB Observation</a:t>
                </a:r>
                <a:endParaRPr lang="en-US" altLang="zh-CN" sz="5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5076" y="5445"/>
                <a:ext cx="1111" cy="265"/>
              </a:xfrm>
              <a:prstGeom prst="rect">
                <a:avLst/>
              </a:prstGeom>
              <a:solidFill>
                <a:schemeClr val="bg1">
                  <a:lumMod val="95000"/>
                  <a:alpha val="70000"/>
                </a:schemeClr>
              </a:solidFill>
            </p:spPr>
            <p:txBody>
              <a:bodyPr wrap="square" rtlCol="0" anchor="t" anchorCtr="0">
                <a:spAutoFit/>
              </a:bodyPr>
              <a:p>
                <a:pPr algn="ctr"/>
                <a:r>
                  <a:rPr lang="en-US" altLang="zh-CN" sz="5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RGB Observation</a:t>
                </a:r>
                <a:endParaRPr lang="en-US" altLang="zh-CN" sz="5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0" name="文本框 69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6282" y="5443"/>
                <a:ext cx="1111" cy="265"/>
              </a:xfrm>
              <a:prstGeom prst="rect">
                <a:avLst/>
              </a:prstGeom>
              <a:solidFill>
                <a:schemeClr val="bg1">
                  <a:lumMod val="95000"/>
                  <a:alpha val="70000"/>
                </a:schemeClr>
              </a:solidFill>
            </p:spPr>
            <p:txBody>
              <a:bodyPr wrap="square" rtlCol="0" anchor="t" anchorCtr="0">
                <a:spAutoFit/>
              </a:bodyPr>
              <a:p>
                <a:pPr algn="ctr"/>
                <a:r>
                  <a:rPr lang="en-US" altLang="zh-CN" sz="500">
                    <a:solidFill>
                      <a:srgbClr val="FF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RGB Observation</a:t>
                </a:r>
                <a:endParaRPr lang="en-US" altLang="zh-CN" sz="500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pic>
          <p:nvPicPr>
            <p:cNvPr id="2" name="图片 1" descr="场景鸟瞰图"/>
            <p:cNvPicPr>
              <a:picLocks noChangeAspect="1"/>
            </p:cNvPicPr>
            <p:nvPr/>
          </p:nvPicPr>
          <p:blipFill>
            <a:blip r:embed="rId26"/>
            <a:srcRect l="10137" t="8999" r="3589" b="972"/>
            <a:stretch>
              <a:fillRect/>
            </a:stretch>
          </p:blipFill>
          <p:spPr>
            <a:xfrm>
              <a:off x="7525" y="3763"/>
              <a:ext cx="3180" cy="3089"/>
            </a:xfrm>
            <a:prstGeom prst="rect">
              <a:avLst/>
            </a:prstGeom>
          </p:spPr>
        </p:pic>
        <p:sp>
          <p:nvSpPr>
            <p:cNvPr id="15" name="任意多边形 14"/>
            <p:cNvSpPr/>
            <p:nvPr/>
          </p:nvSpPr>
          <p:spPr>
            <a:xfrm>
              <a:off x="8708" y="4836"/>
              <a:ext cx="852" cy="1449"/>
            </a:xfrm>
            <a:custGeom>
              <a:avLst/>
              <a:gdLst>
                <a:gd name="connisteX0" fmla="*/ 541020 w 541020"/>
                <a:gd name="connsiteY0" fmla="*/ 826770 h 920125"/>
                <a:gd name="connisteX1" fmla="*/ 476250 w 541020"/>
                <a:gd name="connsiteY1" fmla="*/ 826770 h 920125"/>
                <a:gd name="connisteX2" fmla="*/ 411480 w 541020"/>
                <a:gd name="connsiteY2" fmla="*/ 849630 h 920125"/>
                <a:gd name="connisteX3" fmla="*/ 342900 w 541020"/>
                <a:gd name="connsiteY3" fmla="*/ 880110 h 920125"/>
                <a:gd name="connisteX4" fmla="*/ 278130 w 541020"/>
                <a:gd name="connsiteY4" fmla="*/ 906780 h 920125"/>
                <a:gd name="connisteX5" fmla="*/ 213360 w 541020"/>
                <a:gd name="connsiteY5" fmla="*/ 918210 h 920125"/>
                <a:gd name="connisteX6" fmla="*/ 144780 w 541020"/>
                <a:gd name="connsiteY6" fmla="*/ 910590 h 920125"/>
                <a:gd name="connisteX7" fmla="*/ 95250 w 541020"/>
                <a:gd name="connsiteY7" fmla="*/ 845820 h 920125"/>
                <a:gd name="connisteX8" fmla="*/ 83820 w 541020"/>
                <a:gd name="connsiteY8" fmla="*/ 781050 h 920125"/>
                <a:gd name="connisteX9" fmla="*/ 80010 w 541020"/>
                <a:gd name="connsiteY9" fmla="*/ 716280 h 920125"/>
                <a:gd name="connisteX10" fmla="*/ 68580 w 541020"/>
                <a:gd name="connsiteY10" fmla="*/ 651510 h 920125"/>
                <a:gd name="connisteX11" fmla="*/ 60960 w 541020"/>
                <a:gd name="connsiteY11" fmla="*/ 582930 h 920125"/>
                <a:gd name="connisteX12" fmla="*/ 60960 w 541020"/>
                <a:gd name="connsiteY12" fmla="*/ 518160 h 920125"/>
                <a:gd name="connisteX13" fmla="*/ 57150 w 541020"/>
                <a:gd name="connsiteY13" fmla="*/ 453390 h 920125"/>
                <a:gd name="connisteX14" fmla="*/ 57150 w 541020"/>
                <a:gd name="connsiteY14" fmla="*/ 388620 h 920125"/>
                <a:gd name="connisteX15" fmla="*/ 41910 w 541020"/>
                <a:gd name="connsiteY15" fmla="*/ 323850 h 920125"/>
                <a:gd name="connisteX16" fmla="*/ 34290 w 541020"/>
                <a:gd name="connsiteY16" fmla="*/ 259080 h 920125"/>
                <a:gd name="connisteX17" fmla="*/ 22860 w 541020"/>
                <a:gd name="connsiteY17" fmla="*/ 194310 h 920125"/>
                <a:gd name="connisteX18" fmla="*/ 15240 w 541020"/>
                <a:gd name="connsiteY18" fmla="*/ 129540 h 920125"/>
                <a:gd name="connisteX19" fmla="*/ 7620 w 541020"/>
                <a:gd name="connsiteY19" fmla="*/ 64770 h 920125"/>
                <a:gd name="connisteX20" fmla="*/ 0 w 541020"/>
                <a:gd name="connsiteY20" fmla="*/ 0 h 9201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</a:cxnLst>
              <a:rect l="l" t="t" r="r" b="b"/>
              <a:pathLst>
                <a:path w="541020" h="920125">
                  <a:moveTo>
                    <a:pt x="541020" y="826770"/>
                  </a:moveTo>
                  <a:cubicBezTo>
                    <a:pt x="529590" y="826135"/>
                    <a:pt x="502285" y="822325"/>
                    <a:pt x="476250" y="826770"/>
                  </a:cubicBezTo>
                  <a:cubicBezTo>
                    <a:pt x="450215" y="831215"/>
                    <a:pt x="438150" y="838835"/>
                    <a:pt x="411480" y="849630"/>
                  </a:cubicBezTo>
                  <a:cubicBezTo>
                    <a:pt x="384810" y="860425"/>
                    <a:pt x="369570" y="868680"/>
                    <a:pt x="342900" y="880110"/>
                  </a:cubicBezTo>
                  <a:cubicBezTo>
                    <a:pt x="316230" y="891540"/>
                    <a:pt x="304165" y="899160"/>
                    <a:pt x="278130" y="906780"/>
                  </a:cubicBezTo>
                  <a:cubicBezTo>
                    <a:pt x="252095" y="914400"/>
                    <a:pt x="240030" y="917575"/>
                    <a:pt x="213360" y="918210"/>
                  </a:cubicBezTo>
                  <a:cubicBezTo>
                    <a:pt x="186690" y="918845"/>
                    <a:pt x="168275" y="925195"/>
                    <a:pt x="144780" y="910590"/>
                  </a:cubicBezTo>
                  <a:cubicBezTo>
                    <a:pt x="121285" y="895985"/>
                    <a:pt x="107315" y="871855"/>
                    <a:pt x="95250" y="845820"/>
                  </a:cubicBezTo>
                  <a:cubicBezTo>
                    <a:pt x="83185" y="819785"/>
                    <a:pt x="86995" y="807085"/>
                    <a:pt x="83820" y="781050"/>
                  </a:cubicBezTo>
                  <a:cubicBezTo>
                    <a:pt x="80645" y="755015"/>
                    <a:pt x="83185" y="742315"/>
                    <a:pt x="80010" y="716280"/>
                  </a:cubicBezTo>
                  <a:cubicBezTo>
                    <a:pt x="76835" y="690245"/>
                    <a:pt x="72390" y="678180"/>
                    <a:pt x="68580" y="651510"/>
                  </a:cubicBezTo>
                  <a:cubicBezTo>
                    <a:pt x="64770" y="624840"/>
                    <a:pt x="62230" y="609600"/>
                    <a:pt x="60960" y="582930"/>
                  </a:cubicBezTo>
                  <a:cubicBezTo>
                    <a:pt x="59690" y="556260"/>
                    <a:pt x="61595" y="544195"/>
                    <a:pt x="60960" y="518160"/>
                  </a:cubicBezTo>
                  <a:cubicBezTo>
                    <a:pt x="60325" y="492125"/>
                    <a:pt x="57785" y="479425"/>
                    <a:pt x="57150" y="453390"/>
                  </a:cubicBezTo>
                  <a:cubicBezTo>
                    <a:pt x="56515" y="427355"/>
                    <a:pt x="60325" y="414655"/>
                    <a:pt x="57150" y="388620"/>
                  </a:cubicBezTo>
                  <a:cubicBezTo>
                    <a:pt x="53975" y="362585"/>
                    <a:pt x="46355" y="349885"/>
                    <a:pt x="41910" y="323850"/>
                  </a:cubicBezTo>
                  <a:cubicBezTo>
                    <a:pt x="37465" y="297815"/>
                    <a:pt x="38100" y="285115"/>
                    <a:pt x="34290" y="259080"/>
                  </a:cubicBezTo>
                  <a:cubicBezTo>
                    <a:pt x="30480" y="233045"/>
                    <a:pt x="26670" y="220345"/>
                    <a:pt x="22860" y="194310"/>
                  </a:cubicBezTo>
                  <a:cubicBezTo>
                    <a:pt x="19050" y="168275"/>
                    <a:pt x="18415" y="155575"/>
                    <a:pt x="15240" y="129540"/>
                  </a:cubicBezTo>
                  <a:cubicBezTo>
                    <a:pt x="12065" y="103505"/>
                    <a:pt x="10795" y="90805"/>
                    <a:pt x="7620" y="64770"/>
                  </a:cubicBezTo>
                  <a:cubicBezTo>
                    <a:pt x="4445" y="38735"/>
                    <a:pt x="1270" y="11430"/>
                    <a:pt x="0" y="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tailEnd type="arrow" w="med" len="sm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5" name="组合 194"/>
          <p:cNvGrpSpPr/>
          <p:nvPr/>
        </p:nvGrpSpPr>
        <p:grpSpPr>
          <a:xfrm rot="0">
            <a:off x="2476500" y="753745"/>
            <a:ext cx="1880870" cy="2751455"/>
            <a:chOff x="3900" y="1187"/>
            <a:chExt cx="2962" cy="4333"/>
          </a:xfrm>
        </p:grpSpPr>
        <p:sp>
          <p:nvSpPr>
            <p:cNvPr id="85" name="圆角矩形 84"/>
            <p:cNvSpPr/>
            <p:nvPr/>
          </p:nvSpPr>
          <p:spPr>
            <a:xfrm>
              <a:off x="3900" y="1187"/>
              <a:ext cx="2962" cy="4090"/>
            </a:xfrm>
            <a:prstGeom prst="roundRect">
              <a:avLst>
                <a:gd name="adj" fmla="val 3342"/>
              </a:avLst>
            </a:prstGeom>
            <a:pattFill prst="pct5">
              <a:fgClr>
                <a:srgbClr val="F6995B"/>
              </a:fgClr>
              <a:bgClr>
                <a:schemeClr val="bg1"/>
              </a:bgClr>
            </a:pattFill>
            <a:ln w="15875">
              <a:solidFill>
                <a:srgbClr val="F6995B"/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8" name="圆角矩形 187"/>
            <p:cNvSpPr/>
            <p:nvPr/>
          </p:nvSpPr>
          <p:spPr>
            <a:xfrm>
              <a:off x="4117" y="5148"/>
              <a:ext cx="2530" cy="372"/>
            </a:xfrm>
            <a:prstGeom prst="roundRect">
              <a:avLst/>
            </a:prstGeom>
            <a:solidFill>
              <a:srgbClr val="F6995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目标定位与相机位姿估计</a:t>
              </a:r>
              <a:endParaRPr lang="zh-CN" altLang="en-US" sz="1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76" name="肘形连接符 75"/>
          <p:cNvCxnSpPr>
            <a:stCxn id="68" idx="2"/>
            <a:endCxn id="69" idx="2"/>
          </p:cNvCxnSpPr>
          <p:nvPr/>
        </p:nvCxnSpPr>
        <p:spPr>
          <a:xfrm rot="5400000" flipH="1" flipV="1">
            <a:off x="3420110" y="1103630"/>
            <a:ext cx="3175" cy="1040765"/>
          </a:xfrm>
          <a:prstGeom prst="bentConnector3">
            <a:avLst>
              <a:gd name="adj1" fmla="val -4640000"/>
            </a:avLst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83" idx="3"/>
          </p:cNvCxnSpPr>
          <p:nvPr/>
        </p:nvCxnSpPr>
        <p:spPr>
          <a:xfrm>
            <a:off x="3416300" y="1770380"/>
            <a:ext cx="1270" cy="187325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8" name="组合 87"/>
          <p:cNvGrpSpPr>
            <a:grpSpLocks noChangeAspect="1"/>
          </p:cNvGrpSpPr>
          <p:nvPr/>
        </p:nvGrpSpPr>
        <p:grpSpPr>
          <a:xfrm rot="0">
            <a:off x="2545200" y="842645"/>
            <a:ext cx="711200" cy="782320"/>
            <a:chOff x="3989" y="1241"/>
            <a:chExt cx="1416" cy="1554"/>
          </a:xfrm>
        </p:grpSpPr>
        <p:pic>
          <p:nvPicPr>
            <p:cNvPr id="68" name="图片 67" descr="正确识别为沙发的图片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89" y="1321"/>
              <a:ext cx="1416" cy="1475"/>
            </a:xfrm>
            <a:prstGeom prst="rect">
              <a:avLst/>
            </a:prstGeom>
          </p:spPr>
        </p:pic>
        <p:sp>
          <p:nvSpPr>
            <p:cNvPr id="81" name="同侧圆角矩形 80"/>
            <p:cNvSpPr/>
            <p:nvPr/>
          </p:nvSpPr>
          <p:spPr>
            <a:xfrm>
              <a:off x="3990" y="1241"/>
              <a:ext cx="1415" cy="276"/>
            </a:xfrm>
            <a:prstGeom prst="round2SameRect">
              <a:avLst/>
            </a:prstGeom>
            <a:solidFill>
              <a:srgbClr val="F8B88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目标图像</a:t>
              </a:r>
              <a:endParaRPr lang="zh-CN" altLang="en-US" sz="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7" name="组合 86"/>
          <p:cNvGrpSpPr>
            <a:grpSpLocks noChangeAspect="1"/>
          </p:cNvGrpSpPr>
          <p:nvPr/>
        </p:nvGrpSpPr>
        <p:grpSpPr>
          <a:xfrm rot="0">
            <a:off x="3585845" y="842400"/>
            <a:ext cx="710822" cy="781200"/>
            <a:chOff x="5410" y="1241"/>
            <a:chExt cx="1414" cy="1554"/>
          </a:xfrm>
        </p:grpSpPr>
        <p:pic>
          <p:nvPicPr>
            <p:cNvPr id="69" name="图片 68" descr="正确的优化"/>
            <p:cNvPicPr/>
            <p:nvPr/>
          </p:nvPicPr>
          <p:blipFill>
            <a:blip r:embed="rId2"/>
            <a:srcRect t="6999" r="50073"/>
            <a:stretch>
              <a:fillRect/>
            </a:stretch>
          </p:blipFill>
          <p:spPr>
            <a:xfrm>
              <a:off x="5410" y="1321"/>
              <a:ext cx="1415" cy="1474"/>
            </a:xfrm>
            <a:prstGeom prst="rect">
              <a:avLst/>
            </a:prstGeom>
          </p:spPr>
        </p:pic>
        <p:sp>
          <p:nvSpPr>
            <p:cNvPr id="82" name="同侧圆角矩形 81"/>
            <p:cNvSpPr/>
            <p:nvPr/>
          </p:nvSpPr>
          <p:spPr>
            <a:xfrm>
              <a:off x="5410" y="1241"/>
              <a:ext cx="1415" cy="276"/>
            </a:xfrm>
            <a:prstGeom prst="round2SameRect">
              <a:avLst/>
            </a:prstGeom>
            <a:solidFill>
              <a:srgbClr val="F8B88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6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估计初始位姿</a:t>
              </a:r>
              <a:endParaRPr lang="zh-CN" altLang="en-US" sz="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 rot="0">
            <a:off x="2768600" y="1957705"/>
            <a:ext cx="1296670" cy="1198245"/>
            <a:chOff x="4390" y="3162"/>
            <a:chExt cx="2042" cy="1869"/>
          </a:xfrm>
        </p:grpSpPr>
        <p:pic>
          <p:nvPicPr>
            <p:cNvPr id="70" name="图片 69" descr="正确的优化"/>
            <p:cNvPicPr>
              <a:picLocks noChangeAspect="1"/>
            </p:cNvPicPr>
            <p:nvPr/>
          </p:nvPicPr>
          <p:blipFill>
            <a:blip r:embed="rId2"/>
            <a:srcRect l="50465" t="7688" r="584"/>
            <a:stretch>
              <a:fillRect/>
            </a:stretch>
          </p:blipFill>
          <p:spPr>
            <a:xfrm>
              <a:off x="4390" y="3241"/>
              <a:ext cx="2042" cy="1790"/>
            </a:xfrm>
            <a:prstGeom prst="rect">
              <a:avLst/>
            </a:prstGeom>
          </p:spPr>
        </p:pic>
        <p:sp>
          <p:nvSpPr>
            <p:cNvPr id="83" name="同侧圆角矩形 82"/>
            <p:cNvSpPr/>
            <p:nvPr/>
          </p:nvSpPr>
          <p:spPr>
            <a:xfrm>
              <a:off x="4391" y="3162"/>
              <a:ext cx="2041" cy="276"/>
            </a:xfrm>
            <a:prstGeom prst="round2SameRect">
              <a:avLst/>
            </a:prstGeom>
            <a:solidFill>
              <a:srgbClr val="F8B88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位姿精修</a:t>
              </a:r>
              <a:endParaRPr lang="zh-CN" altLang="en-US" sz="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98" name="组合 197"/>
          <p:cNvGrpSpPr/>
          <p:nvPr/>
        </p:nvGrpSpPr>
        <p:grpSpPr>
          <a:xfrm rot="0">
            <a:off x="154940" y="753110"/>
            <a:ext cx="2072640" cy="2752090"/>
            <a:chOff x="546" y="1186"/>
            <a:chExt cx="3264" cy="4334"/>
          </a:xfrm>
        </p:grpSpPr>
        <p:sp>
          <p:nvSpPr>
            <p:cNvPr id="66" name="圆角矩形 65"/>
            <p:cNvSpPr/>
            <p:nvPr/>
          </p:nvSpPr>
          <p:spPr>
            <a:xfrm>
              <a:off x="546" y="1186"/>
              <a:ext cx="3265" cy="4091"/>
            </a:xfrm>
            <a:prstGeom prst="roundRect">
              <a:avLst>
                <a:gd name="adj" fmla="val 3154"/>
              </a:avLst>
            </a:prstGeom>
            <a:pattFill prst="pct5">
              <a:fgClr>
                <a:srgbClr val="A0D468"/>
              </a:fgClr>
              <a:bgClr>
                <a:schemeClr val="bg1"/>
              </a:bgClr>
            </a:pattFill>
            <a:ln w="15875">
              <a:solidFill>
                <a:srgbClr val="A0D468"/>
              </a:solidFill>
              <a:prstDash val="lg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 rot="0">
              <a:off x="608" y="1241"/>
              <a:ext cx="3147" cy="1513"/>
              <a:chOff x="618" y="1247"/>
              <a:chExt cx="3665" cy="1682"/>
            </a:xfrm>
          </p:grpSpPr>
          <p:sp>
            <p:nvSpPr>
              <p:cNvPr id="20" name="圆角矩形 19"/>
              <p:cNvSpPr/>
              <p:nvPr/>
            </p:nvSpPr>
            <p:spPr>
              <a:xfrm>
                <a:off x="618" y="1247"/>
                <a:ext cx="3665" cy="1682"/>
              </a:xfrm>
              <a:prstGeom prst="roundRect">
                <a:avLst>
                  <a:gd name="adj" fmla="val 6183"/>
                </a:avLst>
              </a:prstGeom>
              <a:solidFill>
                <a:srgbClr val="E3EEE1"/>
              </a:solidFill>
              <a:ln w="19050">
                <a:solidFill>
                  <a:srgbClr val="BCD9BA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4" name="图片 3" descr="robot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08" y="1730"/>
                <a:ext cx="931" cy="931"/>
              </a:xfrm>
              <a:prstGeom prst="rect">
                <a:avLst/>
              </a:prstGeom>
            </p:spPr>
          </p:pic>
          <p:pic>
            <p:nvPicPr>
              <p:cNvPr id="21" name="图片 20" descr="earth_1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192" y="1809"/>
                <a:ext cx="930" cy="930"/>
              </a:xfrm>
              <a:prstGeom prst="rect">
                <a:avLst/>
              </a:prstGeom>
            </p:spPr>
          </p:pic>
          <p:sp>
            <p:nvSpPr>
              <p:cNvPr id="22" name="圆角矩形 21"/>
              <p:cNvSpPr/>
              <p:nvPr/>
            </p:nvSpPr>
            <p:spPr>
              <a:xfrm>
                <a:off x="618" y="1247"/>
                <a:ext cx="3665" cy="276"/>
              </a:xfrm>
              <a:prstGeom prst="roundRect">
                <a:avLst/>
              </a:prstGeom>
              <a:solidFill>
                <a:srgbClr val="BCD9BA"/>
              </a:solidFill>
              <a:ln>
                <a:solidFill>
                  <a:srgbClr val="BCD9BA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智能体场景探索与信息收集</a:t>
                </a:r>
                <a:endParaRPr lang="zh-CN" altLang="en-US" sz="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1739" y="2189"/>
                <a:ext cx="1358" cy="199"/>
                <a:chOff x="1739" y="2129"/>
                <a:chExt cx="1358" cy="199"/>
              </a:xfrm>
            </p:grpSpPr>
            <p:cxnSp>
              <p:nvCxnSpPr>
                <p:cNvPr id="26" name="直接箭头连接符 25"/>
                <p:cNvCxnSpPr/>
                <p:nvPr/>
              </p:nvCxnSpPr>
              <p:spPr>
                <a:xfrm>
                  <a:off x="1739" y="2129"/>
                  <a:ext cx="1359" cy="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/>
                <p:cNvCxnSpPr/>
                <p:nvPr/>
              </p:nvCxnSpPr>
              <p:spPr>
                <a:xfrm>
                  <a:off x="1739" y="2326"/>
                  <a:ext cx="1359" cy="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arrow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文本框 28"/>
              <p:cNvSpPr txBox="1"/>
              <p:nvPr/>
            </p:nvSpPr>
            <p:spPr>
              <a:xfrm>
                <a:off x="1739" y="1912"/>
                <a:ext cx="1359" cy="22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p>
                <a:pPr algn="ctr"/>
                <a:r>
                  <a:rPr lang="zh-CN" altLang="en-US" sz="600">
                    <a:latin typeface="宋体" panose="02010600030101010101" pitchFamily="2" charset="-122"/>
                    <a:ea typeface="宋体" panose="02010600030101010101" pitchFamily="2" charset="-122"/>
                  </a:rPr>
                  <a:t>场景环境探索</a:t>
                </a:r>
                <a:endParaRPr lang="zh-CN" altLang="en-US" sz="6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739" y="2445"/>
                <a:ext cx="1359" cy="240"/>
              </a:xfrm>
              <a:prstGeom prst="rect">
                <a:avLst/>
              </a:prstGeom>
              <a:noFill/>
            </p:spPr>
            <p:txBody>
              <a:bodyPr wrap="square" rtlCol="0" anchor="b" anchorCtr="0">
                <a:noAutofit/>
              </a:bodyPr>
              <a:p>
                <a:pPr algn="ctr"/>
                <a:r>
                  <a:rPr lang="zh-CN" altLang="en-US" sz="600">
                    <a:latin typeface="宋体" panose="02010600030101010101" pitchFamily="2" charset="-122"/>
                    <a:ea typeface="宋体" panose="02010600030101010101" pitchFamily="2" charset="-122"/>
                  </a:rPr>
                  <a:t>收集观察信息</a:t>
                </a:r>
                <a:endParaRPr lang="zh-CN" altLang="en-US" sz="6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808" y="1580"/>
                <a:ext cx="931" cy="22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p>
                <a:pPr algn="ctr"/>
                <a:r>
                  <a:rPr lang="zh-CN" altLang="en-US" sz="600">
                    <a:latin typeface="宋体" panose="02010600030101010101" pitchFamily="2" charset="-122"/>
                    <a:ea typeface="宋体" panose="02010600030101010101" pitchFamily="2" charset="-122"/>
                  </a:rPr>
                  <a:t>智能体</a:t>
                </a:r>
                <a:endParaRPr lang="zh-CN" altLang="en-US" sz="6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3192" y="1580"/>
                <a:ext cx="931" cy="229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Autofit/>
              </a:bodyPr>
              <a:p>
                <a:pPr algn="ctr"/>
                <a:r>
                  <a:rPr lang="zh-CN" altLang="en-US" sz="600">
                    <a:latin typeface="宋体" panose="02010600030101010101" pitchFamily="2" charset="-122"/>
                    <a:ea typeface="宋体" panose="02010600030101010101" pitchFamily="2" charset="-122"/>
                  </a:rPr>
                  <a:t>场景环境</a:t>
                </a:r>
                <a:endParaRPr lang="zh-CN" altLang="en-US" sz="6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 rot="0">
              <a:off x="609" y="3107"/>
              <a:ext cx="3146" cy="1943"/>
              <a:chOff x="618" y="3132"/>
              <a:chExt cx="3664" cy="2160"/>
            </a:xfrm>
          </p:grpSpPr>
          <p:sp>
            <p:nvSpPr>
              <p:cNvPr id="36" name="圆角矩形 35"/>
              <p:cNvSpPr/>
              <p:nvPr/>
            </p:nvSpPr>
            <p:spPr>
              <a:xfrm>
                <a:off x="618" y="3132"/>
                <a:ext cx="3664" cy="2160"/>
              </a:xfrm>
              <a:prstGeom prst="roundRect">
                <a:avLst>
                  <a:gd name="adj" fmla="val 4605"/>
                </a:avLst>
              </a:prstGeom>
              <a:solidFill>
                <a:srgbClr val="E3EEE1"/>
              </a:solidFill>
              <a:ln w="19050">
                <a:solidFill>
                  <a:srgbClr val="BCD9BA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737" y="3607"/>
                <a:ext cx="3443" cy="1588"/>
                <a:chOff x="737" y="3958"/>
                <a:chExt cx="3443" cy="1588"/>
              </a:xfrm>
            </p:grpSpPr>
            <p:pic>
              <p:nvPicPr>
                <p:cNvPr id="34" name="图片 33" descr="优化后语义渲染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7" y="3958"/>
                  <a:ext cx="1696" cy="1589"/>
                </a:xfrm>
                <a:prstGeom prst="rect">
                  <a:avLst/>
                </a:prstGeom>
              </p:spPr>
            </p:pic>
            <p:pic>
              <p:nvPicPr>
                <p:cNvPr id="38" name="图片 37" descr="优化后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94" y="3958"/>
                  <a:ext cx="1686" cy="1589"/>
                </a:xfrm>
                <a:prstGeom prst="rect">
                  <a:avLst/>
                </a:prstGeom>
              </p:spPr>
            </p:pic>
          </p:grpSp>
          <p:sp>
            <p:nvSpPr>
              <p:cNvPr id="40" name="圆角矩形 39"/>
              <p:cNvSpPr/>
              <p:nvPr/>
            </p:nvSpPr>
            <p:spPr>
              <a:xfrm>
                <a:off x="618" y="3132"/>
                <a:ext cx="3665" cy="276"/>
              </a:xfrm>
              <a:prstGeom prst="roundRect">
                <a:avLst/>
              </a:prstGeom>
              <a:solidFill>
                <a:srgbClr val="BCD9BA"/>
              </a:solidFill>
              <a:ln>
                <a:solidFill>
                  <a:srgbClr val="BCD9BA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语义高斯构建</a:t>
                </a:r>
                <a:endParaRPr lang="zh-CN" altLang="en-US" sz="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r:id="rId9" p14:bwMode="auto">
                <p14:nvContentPartPr>
                  <p14:cNvPr id="42" name="墨迹 41"/>
                  <p14:cNvContentPartPr/>
                  <p14:nvPr/>
                </p14:nvContentPartPr>
                <p14:xfrm>
                  <a:off x="1976" y="4480"/>
                  <a:ext cx="85" cy="62"/>
                </p14:xfrm>
              </p:contentPart>
            </mc:Choice>
            <mc:Fallback xmlns="">
              <p:pic>
                <p:nvPicPr>
                  <p:cNvPr id="42" name="墨迹 41"/>
                </p:nvPicPr>
                <p:blipFill>
                  <a:blip r:embed="rId10"/>
                </p:blipFill>
                <p:spPr>
                  <a:xfrm>
                    <a:off x="1976" y="4480"/>
                    <a:ext cx="85" cy="62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1" p14:bwMode="auto">
                <p14:nvContentPartPr>
                  <p14:cNvPr id="43" name="墨迹 42"/>
                  <p14:cNvContentPartPr/>
                  <p14:nvPr/>
                </p14:nvContentPartPr>
                <p14:xfrm>
                  <a:off x="1979" y="4484"/>
                  <a:ext cx="17" cy="4"/>
                </p14:xfrm>
              </p:contentPart>
            </mc:Choice>
            <mc:Fallback xmlns="">
              <p:pic>
                <p:nvPicPr>
                  <p:cNvPr id="43" name="墨迹 42"/>
                </p:nvPicPr>
                <p:blipFill>
                  <a:blip r:embed="rId12"/>
                </p:blipFill>
                <p:spPr>
                  <a:xfrm>
                    <a:off x="1979" y="4484"/>
                    <a:ext cx="17" cy="4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3" p14:bwMode="auto">
                <p14:nvContentPartPr>
                  <p14:cNvPr id="44" name="墨迹 43"/>
                  <p14:cNvContentPartPr/>
                  <p14:nvPr/>
                </p14:nvContentPartPr>
                <p14:xfrm>
                  <a:off x="1961" y="4502"/>
                  <a:ext cx="99" cy="103"/>
                </p14:xfrm>
              </p:contentPart>
            </mc:Choice>
            <mc:Fallback xmlns="">
              <p:pic>
                <p:nvPicPr>
                  <p:cNvPr id="44" name="墨迹 43"/>
                </p:nvPicPr>
                <p:blipFill>
                  <a:blip r:embed="rId14"/>
                </p:blipFill>
                <p:spPr>
                  <a:xfrm>
                    <a:off x="1961" y="4502"/>
                    <a:ext cx="99" cy="103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5" p14:bwMode="auto">
                <p14:nvContentPartPr>
                  <p14:cNvPr id="46" name="墨迹 45"/>
                  <p14:cNvContentPartPr/>
                  <p14:nvPr/>
                </p14:nvContentPartPr>
                <p14:xfrm>
                  <a:off x="1968" y="4431"/>
                  <a:ext cx="96" cy="49"/>
                </p14:xfrm>
              </p:contentPart>
            </mc:Choice>
            <mc:Fallback xmlns="">
              <p:pic>
                <p:nvPicPr>
                  <p:cNvPr id="46" name="墨迹 45"/>
                </p:nvPicPr>
                <p:blipFill>
                  <a:blip r:embed="rId16"/>
                </p:blipFill>
                <p:spPr>
                  <a:xfrm>
                    <a:off x="1968" y="4431"/>
                    <a:ext cx="96" cy="49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7" p14:bwMode="auto">
                <p14:nvContentPartPr>
                  <p14:cNvPr id="47" name="墨迹 46"/>
                  <p14:cNvContentPartPr/>
                  <p14:nvPr/>
                </p14:nvContentPartPr>
                <p14:xfrm>
                  <a:off x="1503" y="4716"/>
                  <a:ext cx="7" cy="3"/>
                </p14:xfrm>
              </p:contentPart>
            </mc:Choice>
            <mc:Fallback xmlns="">
              <p:pic>
                <p:nvPicPr>
                  <p:cNvPr id="47" name="墨迹 46"/>
                </p:nvPicPr>
                <p:blipFill>
                  <a:blip r:embed="rId18"/>
                </p:blipFill>
                <p:spPr>
                  <a:xfrm>
                    <a:off x="1503" y="4716"/>
                    <a:ext cx="7" cy="3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9" p14:bwMode="auto">
                <p14:nvContentPartPr>
                  <p14:cNvPr id="48" name="墨迹 47"/>
                  <p14:cNvContentPartPr/>
                  <p14:nvPr/>
                </p14:nvContentPartPr>
                <p14:xfrm>
                  <a:off x="1524" y="4725"/>
                  <a:ext cx="2" cy="7"/>
                </p14:xfrm>
              </p:contentPart>
            </mc:Choice>
            <mc:Fallback xmlns="">
              <p:pic>
                <p:nvPicPr>
                  <p:cNvPr id="48" name="墨迹 47"/>
                </p:nvPicPr>
                <p:blipFill>
                  <a:blip r:embed="rId18"/>
                </p:blipFill>
                <p:spPr>
                  <a:xfrm>
                    <a:off x="1524" y="4725"/>
                    <a:ext cx="2" cy="7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0" p14:bwMode="auto">
                <p14:nvContentPartPr>
                  <p14:cNvPr id="49" name="墨迹 48"/>
                  <p14:cNvContentPartPr/>
                  <p14:nvPr/>
                </p14:nvContentPartPr>
                <p14:xfrm>
                  <a:off x="1530" y="4734"/>
                  <a:ext cx="1" cy="1"/>
                </p14:xfrm>
              </p:contentPart>
            </mc:Choice>
            <mc:Fallback xmlns="">
              <p:pic>
                <p:nvPicPr>
                  <p:cNvPr id="49" name="墨迹 48"/>
                </p:nvPicPr>
                <p:blipFill>
                  <a:blip r:embed="rId21"/>
                </p:blipFill>
                <p:spPr>
                  <a:xfrm>
                    <a:off x="1530" y="4734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2" p14:bwMode="auto">
                <p14:nvContentPartPr>
                  <p14:cNvPr id="50" name="墨迹 49"/>
                  <p14:cNvContentPartPr/>
                  <p14:nvPr/>
                </p14:nvContentPartPr>
                <p14:xfrm>
                  <a:off x="1521" y="4713"/>
                  <a:ext cx="1" cy="1"/>
                </p14:xfrm>
              </p:contentPart>
            </mc:Choice>
            <mc:Fallback xmlns="">
              <p:pic>
                <p:nvPicPr>
                  <p:cNvPr id="50" name="墨迹 49"/>
                </p:nvPicPr>
                <p:blipFill>
                  <a:blip r:embed="rId21"/>
                </p:blipFill>
                <p:spPr>
                  <a:xfrm>
                    <a:off x="1521" y="4713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3" p14:bwMode="auto">
                <p14:nvContentPartPr>
                  <p14:cNvPr id="51" name="墨迹 50"/>
                  <p14:cNvContentPartPr/>
                  <p14:nvPr/>
                </p14:nvContentPartPr>
                <p14:xfrm>
                  <a:off x="1524" y="4716"/>
                  <a:ext cx="1" cy="1"/>
                </p14:xfrm>
              </p:contentPart>
            </mc:Choice>
            <mc:Fallback xmlns="">
              <p:pic>
                <p:nvPicPr>
                  <p:cNvPr id="51" name="墨迹 50"/>
                </p:nvPicPr>
                <p:blipFill>
                  <a:blip r:embed="rId21"/>
                </p:blipFill>
                <p:spPr>
                  <a:xfrm>
                    <a:off x="1524" y="4716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4" p14:bwMode="auto">
                <p14:nvContentPartPr>
                  <p14:cNvPr id="52" name="墨迹 51"/>
                  <p14:cNvContentPartPr/>
                  <p14:nvPr/>
                </p14:nvContentPartPr>
                <p14:xfrm>
                  <a:off x="1554" y="4719"/>
                  <a:ext cx="1" cy="1"/>
                </p14:xfrm>
              </p:contentPart>
            </mc:Choice>
            <mc:Fallback xmlns="">
              <p:pic>
                <p:nvPicPr>
                  <p:cNvPr id="52" name="墨迹 51"/>
                </p:nvPicPr>
                <p:blipFill>
                  <a:blip r:embed="rId21"/>
                </p:blipFill>
                <p:spPr>
                  <a:xfrm>
                    <a:off x="1554" y="4719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5" p14:bwMode="auto">
                <p14:nvContentPartPr>
                  <p14:cNvPr id="53" name="墨迹 52"/>
                  <p14:cNvContentPartPr/>
                  <p14:nvPr/>
                </p14:nvContentPartPr>
                <p14:xfrm>
                  <a:off x="1581" y="4737"/>
                  <a:ext cx="1" cy="1"/>
                </p14:xfrm>
              </p:contentPart>
            </mc:Choice>
            <mc:Fallback xmlns="">
              <p:pic>
                <p:nvPicPr>
                  <p:cNvPr id="53" name="墨迹 52"/>
                </p:nvPicPr>
                <p:blipFill>
                  <a:blip r:embed="rId21"/>
                </p:blipFill>
                <p:spPr>
                  <a:xfrm>
                    <a:off x="1581" y="4737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6" p14:bwMode="auto">
                <p14:nvContentPartPr>
                  <p14:cNvPr id="54" name="墨迹 53"/>
                  <p14:cNvContentPartPr/>
                  <p14:nvPr/>
                </p14:nvContentPartPr>
                <p14:xfrm>
                  <a:off x="1584" y="4729"/>
                  <a:ext cx="4" cy="6"/>
                </p14:xfrm>
              </p:contentPart>
            </mc:Choice>
            <mc:Fallback xmlns="">
              <p:pic>
                <p:nvPicPr>
                  <p:cNvPr id="54" name="墨迹 53"/>
                </p:nvPicPr>
                <p:blipFill>
                  <a:blip r:embed="rId18"/>
                </p:blipFill>
                <p:spPr>
                  <a:xfrm>
                    <a:off x="1584" y="4729"/>
                    <a:ext cx="4" cy="6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7" p14:bwMode="auto">
                <p14:nvContentPartPr>
                  <p14:cNvPr id="55" name="墨迹 54"/>
                  <p14:cNvContentPartPr/>
                  <p14:nvPr/>
                </p14:nvContentPartPr>
                <p14:xfrm>
                  <a:off x="1575" y="4722"/>
                  <a:ext cx="1" cy="1"/>
                </p14:xfrm>
              </p:contentPart>
            </mc:Choice>
            <mc:Fallback xmlns="">
              <p:pic>
                <p:nvPicPr>
                  <p:cNvPr id="55" name="墨迹 54"/>
                </p:nvPicPr>
                <p:blipFill>
                  <a:blip r:embed="rId21"/>
                </p:blipFill>
                <p:spPr>
                  <a:xfrm>
                    <a:off x="1575" y="4722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8" p14:bwMode="auto">
                <p14:nvContentPartPr>
                  <p14:cNvPr id="56" name="墨迹 55"/>
                  <p14:cNvContentPartPr/>
                  <p14:nvPr/>
                </p14:nvContentPartPr>
                <p14:xfrm>
                  <a:off x="1566" y="4719"/>
                  <a:ext cx="1" cy="1"/>
                </p14:xfrm>
              </p:contentPart>
            </mc:Choice>
            <mc:Fallback xmlns="">
              <p:pic>
                <p:nvPicPr>
                  <p:cNvPr id="56" name="墨迹 55"/>
                </p:nvPicPr>
                <p:blipFill>
                  <a:blip r:embed="rId21"/>
                </p:blipFill>
                <p:spPr>
                  <a:xfrm>
                    <a:off x="1566" y="4719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9" p14:bwMode="auto">
                <p14:nvContentPartPr>
                  <p14:cNvPr id="57" name="墨迹 56"/>
                  <p14:cNvContentPartPr/>
                  <p14:nvPr/>
                </p14:nvContentPartPr>
                <p14:xfrm>
                  <a:off x="1560" y="4713"/>
                  <a:ext cx="1" cy="1"/>
                </p14:xfrm>
              </p:contentPart>
            </mc:Choice>
            <mc:Fallback xmlns="">
              <p:pic>
                <p:nvPicPr>
                  <p:cNvPr id="57" name="墨迹 56"/>
                </p:nvPicPr>
                <p:blipFill>
                  <a:blip r:embed="rId21"/>
                </p:blipFill>
                <p:spPr>
                  <a:xfrm>
                    <a:off x="1560" y="4713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30" p14:bwMode="auto">
                <p14:nvContentPartPr>
                  <p14:cNvPr id="58" name="墨迹 57"/>
                  <p14:cNvContentPartPr/>
                  <p14:nvPr/>
                </p14:nvContentPartPr>
                <p14:xfrm>
                  <a:off x="1551" y="4713"/>
                  <a:ext cx="1" cy="1"/>
                </p14:xfrm>
              </p:contentPart>
            </mc:Choice>
            <mc:Fallback xmlns="">
              <p:pic>
                <p:nvPicPr>
                  <p:cNvPr id="58" name="墨迹 57"/>
                </p:nvPicPr>
                <p:blipFill>
                  <a:blip r:embed="rId21"/>
                </p:blipFill>
                <p:spPr>
                  <a:xfrm>
                    <a:off x="1551" y="4713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31" p14:bwMode="auto">
                <p14:nvContentPartPr>
                  <p14:cNvPr id="59" name="墨迹 58"/>
                  <p14:cNvContentPartPr/>
                  <p14:nvPr/>
                </p14:nvContentPartPr>
                <p14:xfrm>
                  <a:off x="1542" y="4710"/>
                  <a:ext cx="1" cy="1"/>
                </p14:xfrm>
              </p:contentPart>
            </mc:Choice>
            <mc:Fallback xmlns="">
              <p:pic>
                <p:nvPicPr>
                  <p:cNvPr id="59" name="墨迹 58"/>
                </p:nvPicPr>
                <p:blipFill>
                  <a:blip r:embed="rId21"/>
                </p:blipFill>
                <p:spPr>
                  <a:xfrm>
                    <a:off x="1542" y="4710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32" p14:bwMode="auto">
                <p14:nvContentPartPr>
                  <p14:cNvPr id="60" name="墨迹 59"/>
                  <p14:cNvContentPartPr/>
                  <p14:nvPr/>
                </p14:nvContentPartPr>
                <p14:xfrm>
                  <a:off x="1551" y="4701"/>
                  <a:ext cx="1" cy="1"/>
                </p14:xfrm>
              </p:contentPart>
            </mc:Choice>
            <mc:Fallback xmlns="">
              <p:pic>
                <p:nvPicPr>
                  <p:cNvPr id="60" name="墨迹 59"/>
                </p:nvPicPr>
                <p:blipFill>
                  <a:blip r:embed="rId21"/>
                </p:blipFill>
                <p:spPr>
                  <a:xfrm>
                    <a:off x="1551" y="4701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33" p14:bwMode="auto">
                <p14:nvContentPartPr>
                  <p14:cNvPr id="61" name="墨迹 60"/>
                  <p14:cNvContentPartPr/>
                  <p14:nvPr/>
                </p14:nvContentPartPr>
                <p14:xfrm>
                  <a:off x="1554" y="4698"/>
                  <a:ext cx="1" cy="1"/>
                </p14:xfrm>
              </p:contentPart>
            </mc:Choice>
            <mc:Fallback xmlns="">
              <p:pic>
                <p:nvPicPr>
                  <p:cNvPr id="61" name="墨迹 60"/>
                </p:nvPicPr>
                <p:blipFill>
                  <a:blip r:embed="rId21"/>
                </p:blipFill>
                <p:spPr>
                  <a:xfrm>
                    <a:off x="1554" y="4698"/>
                    <a:ext cx="1" cy="1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34" p14:bwMode="auto">
                <p14:nvContentPartPr>
                  <p14:cNvPr id="62" name="墨迹 61"/>
                  <p14:cNvContentPartPr/>
                  <p14:nvPr/>
                </p14:nvContentPartPr>
                <p14:xfrm>
                  <a:off x="1611" y="4746"/>
                  <a:ext cx="3" cy="7"/>
                </p14:xfrm>
              </p:contentPart>
            </mc:Choice>
            <mc:Fallback xmlns="">
              <p:pic>
                <p:nvPicPr>
                  <p:cNvPr id="62" name="墨迹 61"/>
                </p:nvPicPr>
                <p:blipFill>
                  <a:blip r:embed="rId18"/>
                </p:blipFill>
                <p:spPr>
                  <a:xfrm>
                    <a:off x="1611" y="4746"/>
                    <a:ext cx="3" cy="7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35" p14:bwMode="auto">
                <p14:nvContentPartPr>
                  <p14:cNvPr id="63" name="墨迹 62"/>
                  <p14:cNvContentPartPr/>
                  <p14:nvPr/>
                </p14:nvContentPartPr>
                <p14:xfrm>
                  <a:off x="1626" y="4764"/>
                  <a:ext cx="1" cy="1"/>
                </p14:xfrm>
              </p:contentPart>
            </mc:Choice>
            <mc:Fallback xmlns="">
              <p:pic>
                <p:nvPicPr>
                  <p:cNvPr id="63" name="墨迹 62"/>
                </p:nvPicPr>
                <p:blipFill>
                  <a:blip r:embed="rId21"/>
                </p:blipFill>
                <p:spPr>
                  <a:xfrm>
                    <a:off x="1626" y="4764"/>
                    <a:ext cx="1" cy="1"/>
                  </a:xfrm>
                  <a:prstGeom prst="rect"/>
                </p:spPr>
              </p:pic>
            </mc:Fallback>
          </mc:AlternateContent>
        </p:grpSp>
        <p:cxnSp>
          <p:nvCxnSpPr>
            <p:cNvPr id="65" name="直接箭头连接符 64"/>
            <p:cNvCxnSpPr/>
            <p:nvPr/>
          </p:nvCxnSpPr>
          <p:spPr>
            <a:xfrm>
              <a:off x="2182" y="2803"/>
              <a:ext cx="0" cy="22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7" name="圆角矩形 186"/>
            <p:cNvSpPr/>
            <p:nvPr/>
          </p:nvSpPr>
          <p:spPr>
            <a:xfrm>
              <a:off x="610" y="5148"/>
              <a:ext cx="3145" cy="372"/>
            </a:xfrm>
            <a:prstGeom prst="roundRect">
              <a:avLst/>
            </a:prstGeom>
            <a:solidFill>
              <a:srgbClr val="BCD9B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环境探索与语义高斯构建</a:t>
              </a:r>
              <a:endParaRPr lang="zh-CN" altLang="en-US" sz="1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 rot="0">
            <a:off x="4585335" y="753745"/>
            <a:ext cx="2123440" cy="2752090"/>
            <a:chOff x="6965" y="1186"/>
            <a:chExt cx="3344" cy="4334"/>
          </a:xfrm>
        </p:grpSpPr>
        <p:grpSp>
          <p:nvGrpSpPr>
            <p:cNvPr id="193" name="组合 192"/>
            <p:cNvGrpSpPr/>
            <p:nvPr/>
          </p:nvGrpSpPr>
          <p:grpSpPr>
            <a:xfrm>
              <a:off x="6965" y="1186"/>
              <a:ext cx="3344" cy="4091"/>
              <a:chOff x="6965" y="1186"/>
              <a:chExt cx="3344" cy="4091"/>
            </a:xfrm>
          </p:grpSpPr>
          <p:sp>
            <p:nvSpPr>
              <p:cNvPr id="180" name="圆角矩形 179"/>
              <p:cNvSpPr/>
              <p:nvPr/>
            </p:nvSpPr>
            <p:spPr>
              <a:xfrm>
                <a:off x="6965" y="1186"/>
                <a:ext cx="3344" cy="4091"/>
              </a:xfrm>
              <a:prstGeom prst="roundRect">
                <a:avLst>
                  <a:gd name="adj" fmla="val 3368"/>
                </a:avLst>
              </a:prstGeom>
              <a:pattFill prst="pct5">
                <a:fgClr>
                  <a:srgbClr val="54B5E3"/>
                </a:fgClr>
                <a:bgClr>
                  <a:schemeClr val="bg1"/>
                </a:bgClr>
              </a:pattFill>
              <a:ln w="15875">
                <a:solidFill>
                  <a:srgbClr val="54B5E3"/>
                </a:solidFill>
                <a:prstDash val="lgDash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92" name="组合 191"/>
              <p:cNvGrpSpPr/>
              <p:nvPr/>
            </p:nvGrpSpPr>
            <p:grpSpPr>
              <a:xfrm>
                <a:off x="7027" y="1241"/>
                <a:ext cx="3199" cy="3750"/>
                <a:chOff x="7025" y="1300"/>
                <a:chExt cx="3199" cy="3750"/>
              </a:xfrm>
            </p:grpSpPr>
            <p:grpSp>
              <p:nvGrpSpPr>
                <p:cNvPr id="190" name="组合 189"/>
                <p:cNvGrpSpPr/>
                <p:nvPr/>
              </p:nvGrpSpPr>
              <p:grpSpPr>
                <a:xfrm>
                  <a:off x="7025" y="1674"/>
                  <a:ext cx="3198" cy="3376"/>
                  <a:chOff x="7025" y="1565"/>
                  <a:chExt cx="3198" cy="3241"/>
                </a:xfrm>
              </p:grpSpPr>
              <p:grpSp>
                <p:nvGrpSpPr>
                  <p:cNvPr id="142" name="组合 141"/>
                  <p:cNvGrpSpPr/>
                  <p:nvPr/>
                </p:nvGrpSpPr>
                <p:grpSpPr>
                  <a:xfrm rot="0">
                    <a:off x="7025" y="1565"/>
                    <a:ext cx="3198" cy="3241"/>
                    <a:chOff x="4690" y="6382"/>
                    <a:chExt cx="3181" cy="2891"/>
                  </a:xfrm>
                </p:grpSpPr>
                <p:pic>
                  <p:nvPicPr>
                    <p:cNvPr id="140" name="图片 139" descr="场景鸟瞰图"/>
                    <p:cNvPicPr>
                      <a:picLocks noChangeAspect="1"/>
                    </p:cNvPicPr>
                    <p:nvPr/>
                  </p:nvPicPr>
                  <p:blipFill>
                    <a:blip r:embed="rId36"/>
                    <a:stretch>
                      <a:fillRect/>
                    </a:stretch>
                  </p:blipFill>
                  <p:spPr>
                    <a:xfrm>
                      <a:off x="4690" y="6382"/>
                      <a:ext cx="3181" cy="2891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41" name="任意多边形 140"/>
                    <p:cNvSpPr/>
                    <p:nvPr/>
                  </p:nvSpPr>
                  <p:spPr>
                    <a:xfrm>
                      <a:off x="5823" y="7167"/>
                      <a:ext cx="1338" cy="1629"/>
                    </a:xfrm>
                    <a:custGeom>
                      <a:avLst/>
                      <a:gdLst>
                        <a:gd name="connisteX0" fmla="*/ 849630 w 849630"/>
                        <a:gd name="connsiteY0" fmla="*/ 621030 h 1034469"/>
                        <a:gd name="connisteX1" fmla="*/ 784860 w 849630"/>
                        <a:gd name="connsiteY1" fmla="*/ 624840 h 1034469"/>
                        <a:gd name="connisteX2" fmla="*/ 716280 w 849630"/>
                        <a:gd name="connsiteY2" fmla="*/ 655320 h 1034469"/>
                        <a:gd name="connisteX3" fmla="*/ 651510 w 849630"/>
                        <a:gd name="connsiteY3" fmla="*/ 704850 h 1034469"/>
                        <a:gd name="connisteX4" fmla="*/ 586740 w 849630"/>
                        <a:gd name="connsiteY4" fmla="*/ 762000 h 1034469"/>
                        <a:gd name="connisteX5" fmla="*/ 533400 w 849630"/>
                        <a:gd name="connsiteY5" fmla="*/ 826770 h 1034469"/>
                        <a:gd name="connisteX6" fmla="*/ 502920 w 849630"/>
                        <a:gd name="connsiteY6" fmla="*/ 891540 h 1034469"/>
                        <a:gd name="connisteX7" fmla="*/ 457200 w 849630"/>
                        <a:gd name="connsiteY7" fmla="*/ 956310 h 1034469"/>
                        <a:gd name="connisteX8" fmla="*/ 392430 w 849630"/>
                        <a:gd name="connsiteY8" fmla="*/ 1002030 h 1034469"/>
                        <a:gd name="connisteX9" fmla="*/ 327660 w 849630"/>
                        <a:gd name="connsiteY9" fmla="*/ 1028700 h 1034469"/>
                        <a:gd name="connisteX10" fmla="*/ 262890 w 849630"/>
                        <a:gd name="connsiteY10" fmla="*/ 1032510 h 1034469"/>
                        <a:gd name="connisteX11" fmla="*/ 198120 w 849630"/>
                        <a:gd name="connsiteY11" fmla="*/ 1028700 h 1034469"/>
                        <a:gd name="connisteX12" fmla="*/ 133350 w 849630"/>
                        <a:gd name="connsiteY12" fmla="*/ 982980 h 1034469"/>
                        <a:gd name="connisteX13" fmla="*/ 99060 w 849630"/>
                        <a:gd name="connsiteY13" fmla="*/ 918210 h 1034469"/>
                        <a:gd name="connisteX14" fmla="*/ 83820 w 849630"/>
                        <a:gd name="connsiteY14" fmla="*/ 853440 h 1034469"/>
                        <a:gd name="connisteX15" fmla="*/ 80010 w 849630"/>
                        <a:gd name="connsiteY15" fmla="*/ 784860 h 1034469"/>
                        <a:gd name="connisteX16" fmla="*/ 72390 w 849630"/>
                        <a:gd name="connsiteY16" fmla="*/ 720090 h 1034469"/>
                        <a:gd name="connisteX17" fmla="*/ 57150 w 849630"/>
                        <a:gd name="connsiteY17" fmla="*/ 655320 h 1034469"/>
                        <a:gd name="connisteX18" fmla="*/ 53340 w 849630"/>
                        <a:gd name="connsiteY18" fmla="*/ 590550 h 1034469"/>
                        <a:gd name="connisteX19" fmla="*/ 53340 w 849630"/>
                        <a:gd name="connsiteY19" fmla="*/ 525780 h 1034469"/>
                        <a:gd name="connisteX20" fmla="*/ 53340 w 849630"/>
                        <a:gd name="connsiteY20" fmla="*/ 461010 h 1034469"/>
                        <a:gd name="connisteX21" fmla="*/ 53340 w 849630"/>
                        <a:gd name="connsiteY21" fmla="*/ 396240 h 1034469"/>
                        <a:gd name="connisteX22" fmla="*/ 45720 w 849630"/>
                        <a:gd name="connsiteY22" fmla="*/ 331470 h 1034469"/>
                        <a:gd name="connisteX23" fmla="*/ 22860 w 849630"/>
                        <a:gd name="connsiteY23" fmla="*/ 266700 h 1034469"/>
                        <a:gd name="connisteX24" fmla="*/ 22860 w 849630"/>
                        <a:gd name="connsiteY24" fmla="*/ 198120 h 1034469"/>
                        <a:gd name="connisteX25" fmla="*/ 11430 w 849630"/>
                        <a:gd name="connsiteY25" fmla="*/ 133350 h 1034469"/>
                        <a:gd name="connisteX26" fmla="*/ 3810 w 849630"/>
                        <a:gd name="connsiteY26" fmla="*/ 64770 h 1034469"/>
                        <a:gd name="connisteX27" fmla="*/ 0 w 849630"/>
                        <a:gd name="connsiteY27" fmla="*/ 0 h 1034469"/>
                      </a:gdLst>
                      <a:ahLst/>
                      <a:cxnLst>
                        <a:cxn ang="0">
                          <a:pos x="connisteX0" y="connsiteY0"/>
                        </a:cxn>
                        <a:cxn ang="0">
                          <a:pos x="connisteX1" y="connsiteY1"/>
                        </a:cxn>
                        <a:cxn ang="0">
                          <a:pos x="connisteX2" y="connsiteY2"/>
                        </a:cxn>
                        <a:cxn ang="0">
                          <a:pos x="connisteX3" y="connsiteY3"/>
                        </a:cxn>
                        <a:cxn ang="0">
                          <a:pos x="connisteX4" y="connsiteY4"/>
                        </a:cxn>
                        <a:cxn ang="0">
                          <a:pos x="connisteX5" y="connsiteY5"/>
                        </a:cxn>
                        <a:cxn ang="0">
                          <a:pos x="connisteX6" y="connsiteY6"/>
                        </a:cxn>
                        <a:cxn ang="0">
                          <a:pos x="connisteX7" y="connsiteY7"/>
                        </a:cxn>
                        <a:cxn ang="0">
                          <a:pos x="connisteX8" y="connsiteY8"/>
                        </a:cxn>
                        <a:cxn ang="0">
                          <a:pos x="connisteX9" y="connsiteY9"/>
                        </a:cxn>
                        <a:cxn ang="0">
                          <a:pos x="connisteX10" y="connsiteY10"/>
                        </a:cxn>
                        <a:cxn ang="0">
                          <a:pos x="connisteX11" y="connsiteY11"/>
                        </a:cxn>
                        <a:cxn ang="0">
                          <a:pos x="connisteX12" y="connsiteY12"/>
                        </a:cxn>
                        <a:cxn ang="0">
                          <a:pos x="connisteX13" y="connsiteY13"/>
                        </a:cxn>
                        <a:cxn ang="0">
                          <a:pos x="connisteX14" y="connsiteY14"/>
                        </a:cxn>
                        <a:cxn ang="0">
                          <a:pos x="connisteX15" y="connsiteY15"/>
                        </a:cxn>
                        <a:cxn ang="0">
                          <a:pos x="connisteX16" y="connsiteY16"/>
                        </a:cxn>
                        <a:cxn ang="0">
                          <a:pos x="connisteX17" y="connsiteY17"/>
                        </a:cxn>
                        <a:cxn ang="0">
                          <a:pos x="connisteX18" y="connsiteY18"/>
                        </a:cxn>
                        <a:cxn ang="0">
                          <a:pos x="connisteX19" y="connsiteY19"/>
                        </a:cxn>
                        <a:cxn ang="0">
                          <a:pos x="connisteX20" y="connsiteY20"/>
                        </a:cxn>
                        <a:cxn ang="0">
                          <a:pos x="connisteX21" y="connsiteY21"/>
                        </a:cxn>
                        <a:cxn ang="0">
                          <a:pos x="connisteX22" y="connsiteY22"/>
                        </a:cxn>
                        <a:cxn ang="0">
                          <a:pos x="connisteX23" y="connsiteY23"/>
                        </a:cxn>
                        <a:cxn ang="0">
                          <a:pos x="connisteX24" y="connsiteY24"/>
                        </a:cxn>
                        <a:cxn ang="0">
                          <a:pos x="connisteX25" y="connsiteY25"/>
                        </a:cxn>
                        <a:cxn ang="0">
                          <a:pos x="connisteX26" y="connsiteY26"/>
                        </a:cxn>
                        <a:cxn ang="0">
                          <a:pos x="connisteX27" y="connsiteY27"/>
                        </a:cxn>
                      </a:cxnLst>
                      <a:rect l="l" t="t" r="r" b="b"/>
                      <a:pathLst>
                        <a:path w="849630" h="1034470">
                          <a:moveTo>
                            <a:pt x="849630" y="621030"/>
                          </a:moveTo>
                          <a:cubicBezTo>
                            <a:pt x="838200" y="621030"/>
                            <a:pt x="811530" y="617855"/>
                            <a:pt x="784860" y="624840"/>
                          </a:cubicBezTo>
                          <a:cubicBezTo>
                            <a:pt x="758190" y="631825"/>
                            <a:pt x="742950" y="639445"/>
                            <a:pt x="716280" y="655320"/>
                          </a:cubicBezTo>
                          <a:cubicBezTo>
                            <a:pt x="689610" y="671195"/>
                            <a:pt x="677545" y="683260"/>
                            <a:pt x="651510" y="704850"/>
                          </a:cubicBezTo>
                          <a:cubicBezTo>
                            <a:pt x="625475" y="726440"/>
                            <a:pt x="610235" y="737870"/>
                            <a:pt x="586740" y="762000"/>
                          </a:cubicBezTo>
                          <a:cubicBezTo>
                            <a:pt x="563245" y="786130"/>
                            <a:pt x="549910" y="800735"/>
                            <a:pt x="533400" y="826770"/>
                          </a:cubicBezTo>
                          <a:cubicBezTo>
                            <a:pt x="516890" y="852805"/>
                            <a:pt x="518160" y="865505"/>
                            <a:pt x="502920" y="891540"/>
                          </a:cubicBezTo>
                          <a:cubicBezTo>
                            <a:pt x="487680" y="917575"/>
                            <a:pt x="479425" y="934085"/>
                            <a:pt x="457200" y="956310"/>
                          </a:cubicBezTo>
                          <a:cubicBezTo>
                            <a:pt x="434975" y="978535"/>
                            <a:pt x="418465" y="987425"/>
                            <a:pt x="392430" y="1002030"/>
                          </a:cubicBezTo>
                          <a:cubicBezTo>
                            <a:pt x="366395" y="1016635"/>
                            <a:pt x="353695" y="1022350"/>
                            <a:pt x="327660" y="1028700"/>
                          </a:cubicBezTo>
                          <a:cubicBezTo>
                            <a:pt x="301625" y="1035050"/>
                            <a:pt x="288925" y="1032510"/>
                            <a:pt x="262890" y="1032510"/>
                          </a:cubicBezTo>
                          <a:cubicBezTo>
                            <a:pt x="236855" y="1032510"/>
                            <a:pt x="224155" y="1038860"/>
                            <a:pt x="198120" y="1028700"/>
                          </a:cubicBezTo>
                          <a:cubicBezTo>
                            <a:pt x="172085" y="1018540"/>
                            <a:pt x="153035" y="1005205"/>
                            <a:pt x="133350" y="982980"/>
                          </a:cubicBezTo>
                          <a:cubicBezTo>
                            <a:pt x="113665" y="960755"/>
                            <a:pt x="109220" y="944245"/>
                            <a:pt x="99060" y="918210"/>
                          </a:cubicBezTo>
                          <a:cubicBezTo>
                            <a:pt x="88900" y="892175"/>
                            <a:pt x="87630" y="880110"/>
                            <a:pt x="83820" y="853440"/>
                          </a:cubicBezTo>
                          <a:cubicBezTo>
                            <a:pt x="80010" y="826770"/>
                            <a:pt x="82550" y="811530"/>
                            <a:pt x="80010" y="784860"/>
                          </a:cubicBezTo>
                          <a:cubicBezTo>
                            <a:pt x="77470" y="758190"/>
                            <a:pt x="76835" y="746125"/>
                            <a:pt x="72390" y="720090"/>
                          </a:cubicBezTo>
                          <a:cubicBezTo>
                            <a:pt x="67945" y="694055"/>
                            <a:pt x="60960" y="681355"/>
                            <a:pt x="57150" y="655320"/>
                          </a:cubicBezTo>
                          <a:cubicBezTo>
                            <a:pt x="53340" y="629285"/>
                            <a:pt x="53975" y="616585"/>
                            <a:pt x="53340" y="590550"/>
                          </a:cubicBezTo>
                          <a:cubicBezTo>
                            <a:pt x="52705" y="564515"/>
                            <a:pt x="53340" y="551815"/>
                            <a:pt x="53340" y="525780"/>
                          </a:cubicBezTo>
                          <a:cubicBezTo>
                            <a:pt x="53340" y="499745"/>
                            <a:pt x="53340" y="487045"/>
                            <a:pt x="53340" y="461010"/>
                          </a:cubicBezTo>
                          <a:cubicBezTo>
                            <a:pt x="53340" y="434975"/>
                            <a:pt x="54610" y="422275"/>
                            <a:pt x="53340" y="396240"/>
                          </a:cubicBezTo>
                          <a:cubicBezTo>
                            <a:pt x="52070" y="370205"/>
                            <a:pt x="52070" y="357505"/>
                            <a:pt x="45720" y="331470"/>
                          </a:cubicBezTo>
                          <a:cubicBezTo>
                            <a:pt x="39370" y="305435"/>
                            <a:pt x="27305" y="293370"/>
                            <a:pt x="22860" y="266700"/>
                          </a:cubicBezTo>
                          <a:cubicBezTo>
                            <a:pt x="18415" y="240030"/>
                            <a:pt x="25400" y="224790"/>
                            <a:pt x="22860" y="198120"/>
                          </a:cubicBezTo>
                          <a:cubicBezTo>
                            <a:pt x="20320" y="171450"/>
                            <a:pt x="15240" y="160020"/>
                            <a:pt x="11430" y="133350"/>
                          </a:cubicBezTo>
                          <a:cubicBezTo>
                            <a:pt x="7620" y="106680"/>
                            <a:pt x="6350" y="91440"/>
                            <a:pt x="3810" y="64770"/>
                          </a:cubicBezTo>
                          <a:cubicBezTo>
                            <a:pt x="1270" y="38100"/>
                            <a:pt x="635" y="11430"/>
                            <a:pt x="0" y="0"/>
                          </a:cubicBezTo>
                        </a:path>
                      </a:pathLst>
                    </a:custGeom>
                    <a:noFill/>
                    <a:ln w="12700">
                      <a:solidFill>
                        <a:srgbClr val="FF0000"/>
                      </a:solidFill>
                      <a:tailEnd type="arrow" w="med" len="med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mc:AlternateContent xmlns:mc="http://schemas.openxmlformats.org/markup-compatibility/2006" xmlns:p14="http://schemas.microsoft.com/office/powerpoint/2010/main">
                <mc:Choice Requires="p14">
                  <p:contentPart r:id="rId37" p14:bwMode="auto">
                    <p14:nvContentPartPr>
                      <p14:cNvPr id="154" name="墨迹 153"/>
                      <p14:cNvContentPartPr/>
                      <p14:nvPr/>
                    </p14:nvContentPartPr>
                    <p14:xfrm>
                      <a:off x="7973" y="1916"/>
                      <a:ext cx="241" cy="188"/>
                    </p14:xfrm>
                  </p:contentPart>
                </mc:Choice>
                <mc:Fallback xmlns="">
                  <p:pic>
                    <p:nvPicPr>
                      <p:cNvPr id="154" name="墨迹 153"/>
                    </p:nvPicPr>
                    <p:blipFill>
                      <a:blip r:embed="rId38"/>
                    </p:blipFill>
                    <p:spPr>
                      <a:xfrm>
                        <a:off x="7973" y="1916"/>
                        <a:ext cx="241" cy="188"/>
                      </a:xfrm>
                      <a:prstGeom prst="rect"/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r:id="rId39" p14:bwMode="auto">
                    <p14:nvContentPartPr>
                      <p14:cNvPr id="155" name="墨迹 154"/>
                      <p14:cNvContentPartPr/>
                      <p14:nvPr/>
                    </p14:nvContentPartPr>
                    <p14:xfrm>
                      <a:off x="8213" y="1919"/>
                      <a:ext cx="178" cy="247"/>
                    </p14:xfrm>
                  </p:contentPart>
                </mc:Choice>
                <mc:Fallback xmlns="">
                  <p:pic>
                    <p:nvPicPr>
                      <p:cNvPr id="155" name="墨迹 154"/>
                    </p:nvPicPr>
                    <p:blipFill>
                      <a:blip r:embed="rId40"/>
                    </p:blipFill>
                    <p:spPr>
                      <a:xfrm>
                        <a:off x="8213" y="1919"/>
                        <a:ext cx="178" cy="247"/>
                      </a:xfrm>
                      <a:prstGeom prst="rect"/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r:id="rId41" p14:bwMode="auto">
                    <p14:nvContentPartPr>
                      <p14:cNvPr id="166" name="墨迹 165"/>
                      <p14:cNvContentPartPr/>
                      <p14:nvPr/>
                    </p14:nvContentPartPr>
                    <p14:xfrm>
                      <a:off x="8366" y="2171"/>
                      <a:ext cx="16" cy="96"/>
                    </p14:xfrm>
                  </p:contentPart>
                </mc:Choice>
                <mc:Fallback xmlns="">
                  <p:pic>
                    <p:nvPicPr>
                      <p:cNvPr id="166" name="墨迹 165"/>
                    </p:nvPicPr>
                    <p:blipFill>
                      <a:blip r:embed="rId42"/>
                    </p:blipFill>
                    <p:spPr>
                      <a:xfrm>
                        <a:off x="8366" y="2171"/>
                        <a:ext cx="16" cy="96"/>
                      </a:xfrm>
                      <a:prstGeom prst="rect"/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r:id="rId43" p14:bwMode="auto">
                    <p14:nvContentPartPr>
                      <p14:cNvPr id="167" name="墨迹 166"/>
                      <p14:cNvContentPartPr/>
                      <p14:nvPr/>
                    </p14:nvContentPartPr>
                    <p14:xfrm>
                      <a:off x="8165" y="2165"/>
                      <a:ext cx="217" cy="170"/>
                    </p14:xfrm>
                  </p:contentPart>
                </mc:Choice>
                <mc:Fallback xmlns="">
                  <p:pic>
                    <p:nvPicPr>
                      <p:cNvPr id="167" name="墨迹 166"/>
                    </p:nvPicPr>
                    <p:blipFill>
                      <a:blip r:embed="rId44"/>
                    </p:blipFill>
                    <p:spPr>
                      <a:xfrm>
                        <a:off x="8165" y="2165"/>
                        <a:ext cx="217" cy="170"/>
                      </a:xfrm>
                      <a:prstGeom prst="rect"/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r:id="rId45" p14:bwMode="auto">
                    <p14:nvContentPartPr>
                      <p14:cNvPr id="168" name="墨迹 167"/>
                      <p14:cNvContentPartPr/>
                      <p14:nvPr/>
                    </p14:nvContentPartPr>
                    <p14:xfrm>
                      <a:off x="7970" y="2104"/>
                      <a:ext cx="40" cy="99"/>
                    </p14:xfrm>
                  </p:contentPart>
                </mc:Choice>
                <mc:Fallback xmlns="">
                  <p:pic>
                    <p:nvPicPr>
                      <p:cNvPr id="168" name="墨迹 167"/>
                    </p:nvPicPr>
                    <p:blipFill>
                      <a:blip r:embed="rId46"/>
                    </p:blipFill>
                    <p:spPr>
                      <a:xfrm>
                        <a:off x="7970" y="2104"/>
                        <a:ext cx="40" cy="99"/>
                      </a:xfrm>
                      <a:prstGeom prst="rect"/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r:id="rId47" p14:bwMode="auto">
                    <p14:nvContentPartPr>
                      <p14:cNvPr id="169" name="墨迹 168"/>
                      <p14:cNvContentPartPr/>
                      <p14:nvPr/>
                    </p14:nvContentPartPr>
                    <p14:xfrm>
                      <a:off x="7973" y="2094"/>
                      <a:ext cx="193" cy="241"/>
                    </p14:xfrm>
                  </p:contentPart>
                </mc:Choice>
                <mc:Fallback xmlns="">
                  <p:pic>
                    <p:nvPicPr>
                      <p:cNvPr id="169" name="墨迹 168"/>
                    </p:nvPicPr>
                    <p:blipFill>
                      <a:blip r:embed="rId48"/>
                    </p:blipFill>
                    <p:spPr>
                      <a:xfrm>
                        <a:off x="7973" y="2094"/>
                        <a:ext cx="193" cy="241"/>
                      </a:xfrm>
                      <a:prstGeom prst="rect"/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r:id="rId49" p14:bwMode="auto">
                    <p14:nvContentPartPr>
                      <p14:cNvPr id="170" name="墨迹 169"/>
                      <p14:cNvContentPartPr/>
                      <p14:nvPr/>
                    </p14:nvContentPartPr>
                    <p14:xfrm>
                      <a:off x="8165" y="2340"/>
                      <a:ext cx="22" cy="75"/>
                    </p14:xfrm>
                  </p:contentPart>
                </mc:Choice>
                <mc:Fallback xmlns="">
                  <p:pic>
                    <p:nvPicPr>
                      <p:cNvPr id="170" name="墨迹 169"/>
                    </p:nvPicPr>
                    <p:blipFill>
                      <a:blip r:embed="rId50"/>
                    </p:blipFill>
                    <p:spPr>
                      <a:xfrm>
                        <a:off x="8165" y="2340"/>
                        <a:ext cx="22" cy="75"/>
                      </a:xfrm>
                      <a:prstGeom prst="rect"/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r:id="rId51" p14:bwMode="auto">
                    <p14:nvContentPartPr>
                      <p14:cNvPr id="171" name="墨迹 170"/>
                      <p14:cNvContentPartPr/>
                      <p14:nvPr/>
                    </p14:nvContentPartPr>
                    <p14:xfrm>
                      <a:off x="8189" y="2269"/>
                      <a:ext cx="178" cy="148"/>
                    </p14:xfrm>
                  </p:contentPart>
                </mc:Choice>
                <mc:Fallback xmlns="">
                  <p:pic>
                    <p:nvPicPr>
                      <p:cNvPr id="171" name="墨迹 170"/>
                    </p:nvPicPr>
                    <p:blipFill>
                      <a:blip r:embed="rId52"/>
                    </p:blipFill>
                    <p:spPr>
                      <a:xfrm>
                        <a:off x="8189" y="2269"/>
                        <a:ext cx="178" cy="148"/>
                      </a:xfrm>
                      <a:prstGeom prst="rect"/>
                    </p:spPr>
                  </p:pic>
                </mc:Fallback>
              </mc:AlternateContent>
              <p:cxnSp>
                <p:nvCxnSpPr>
                  <p:cNvPr id="176" name="直接连接符 175"/>
                  <p:cNvCxnSpPr/>
                  <p:nvPr/>
                </p:nvCxnSpPr>
                <p:spPr>
                  <a:xfrm flipV="1">
                    <a:off x="8009" y="2064"/>
                    <a:ext cx="210" cy="144"/>
                  </a:xfrm>
                  <a:prstGeom prst="line">
                    <a:avLst/>
                  </a:prstGeom>
                  <a:ln w="63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直接连接符 176"/>
                  <p:cNvCxnSpPr/>
                  <p:nvPr/>
                </p:nvCxnSpPr>
                <p:spPr>
                  <a:xfrm>
                    <a:off x="8216" y="1916"/>
                    <a:ext cx="3" cy="144"/>
                  </a:xfrm>
                  <a:prstGeom prst="line">
                    <a:avLst/>
                  </a:prstGeom>
                  <a:ln w="63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直接连接符 177"/>
                  <p:cNvCxnSpPr/>
                  <p:nvPr/>
                </p:nvCxnSpPr>
                <p:spPr>
                  <a:xfrm>
                    <a:off x="8219" y="2057"/>
                    <a:ext cx="147" cy="209"/>
                  </a:xfrm>
                  <a:prstGeom prst="line">
                    <a:avLst/>
                  </a:prstGeom>
                  <a:ln w="63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直接连接符 178"/>
                  <p:cNvCxnSpPr/>
                  <p:nvPr/>
                </p:nvCxnSpPr>
                <p:spPr>
                  <a:xfrm>
                    <a:off x="8006" y="2202"/>
                    <a:ext cx="180" cy="212"/>
                  </a:xfrm>
                  <a:prstGeom prst="line">
                    <a:avLst/>
                  </a:prstGeom>
                  <a:ln w="6350">
                    <a:solidFill>
                      <a:srgbClr val="FF0000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1" name="同侧圆角矩形 190"/>
                <p:cNvSpPr/>
                <p:nvPr/>
              </p:nvSpPr>
              <p:spPr>
                <a:xfrm>
                  <a:off x="7025" y="1300"/>
                  <a:ext cx="3199" cy="375"/>
                </a:xfrm>
                <a:prstGeom prst="round2SameRect">
                  <a:avLst/>
                </a:prstGeom>
                <a:solidFill>
                  <a:srgbClr val="A7D9F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9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智能体规划路径与采取行动</a:t>
                  </a:r>
                  <a:endParaRPr lang="zh-CN" altLang="en-US" sz="9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89" name="圆角矩形 188"/>
            <p:cNvSpPr/>
            <p:nvPr/>
          </p:nvSpPr>
          <p:spPr>
            <a:xfrm>
              <a:off x="7303" y="5148"/>
              <a:ext cx="2648" cy="372"/>
            </a:xfrm>
            <a:prstGeom prst="roundRect">
              <a:avLst/>
            </a:prstGeom>
            <a:solidFill>
              <a:srgbClr val="54B5E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智能体导航</a:t>
              </a:r>
              <a:endParaRPr lang="zh-CN" altLang="en-US" sz="1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99" name="右箭头 198"/>
          <p:cNvSpPr/>
          <p:nvPr/>
        </p:nvSpPr>
        <p:spPr>
          <a:xfrm>
            <a:off x="2268220" y="1972945"/>
            <a:ext cx="178435" cy="127000"/>
          </a:xfrm>
          <a:prstGeom prst="rightArrow">
            <a:avLst>
              <a:gd name="adj1" fmla="val 30612"/>
              <a:gd name="adj2" fmla="val 6938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0" name="右箭头 199"/>
          <p:cNvSpPr/>
          <p:nvPr/>
        </p:nvSpPr>
        <p:spPr>
          <a:xfrm>
            <a:off x="4392295" y="1972945"/>
            <a:ext cx="178435" cy="127000"/>
          </a:xfrm>
          <a:prstGeom prst="rightArrow">
            <a:avLst>
              <a:gd name="adj1" fmla="val 30612"/>
              <a:gd name="adj2" fmla="val 6938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箭头连接符 1"/>
          <p:cNvCxnSpPr>
            <a:stCxn id="68" idx="3"/>
            <a:endCxn id="69" idx="1"/>
          </p:cNvCxnSpPr>
          <p:nvPr/>
        </p:nvCxnSpPr>
        <p:spPr>
          <a:xfrm flipV="1">
            <a:off x="3256280" y="1253490"/>
            <a:ext cx="329565" cy="635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54350" y="1037590"/>
            <a:ext cx="72580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00">
                <a:latin typeface="宋体" panose="02010600030101010101" pitchFamily="2" charset="-122"/>
                <a:ea typeface="宋体" panose="02010600030101010101" pitchFamily="2" charset="-122"/>
              </a:rPr>
              <a:t>匹配</a:t>
            </a:r>
            <a:endParaRPr lang="zh-CN" altLang="en-US" sz="7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7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700">
                <a:latin typeface="宋体" panose="02010600030101010101" pitchFamily="2" charset="-122"/>
                <a:ea typeface="宋体" panose="02010600030101010101" pitchFamily="2" charset="-122"/>
              </a:rPr>
              <a:t>定位</a:t>
            </a:r>
            <a:endParaRPr lang="zh-CN" altLang="en-US" sz="7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8" name="组合 57"/>
          <p:cNvGrpSpPr/>
          <p:nvPr/>
        </p:nvGrpSpPr>
        <p:grpSpPr>
          <a:xfrm>
            <a:off x="210820" y="2284095"/>
            <a:ext cx="6538595" cy="3860800"/>
            <a:chOff x="332" y="3597"/>
            <a:chExt cx="10297" cy="60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圆角矩形 54"/>
                <p:cNvSpPr/>
                <p:nvPr/>
              </p:nvSpPr>
              <p:spPr>
                <a:xfrm>
                  <a:off x="332" y="3597"/>
                  <a:ext cx="608" cy="6080"/>
                </a:xfrm>
                <a:prstGeom prst="roundRect">
                  <a:avLst>
                    <a:gd name="adj" fmla="val 14638"/>
                  </a:avLst>
                </a:prstGeom>
                <a:solidFill>
                  <a:srgbClr val="E9E3EB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p>
                  <a:pPr algn="ctr"/>
                  <a:r>
                    <a:rPr lang="zh-CN" altLang="en-US" sz="1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位姿</a:t>
                  </a:r>
                  <a14:m>
                    <m:oMath xmlns:m="http://schemas.openxmlformats.org/officeDocument/2006/math"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1</m:t>
                      </m:r>
                    </m:oMath>
                  </a14:m>
                  <a:endParaRPr lang="zh-CN" altLang="en-US" sz="1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5" name="圆角矩形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" y="3597"/>
                  <a:ext cx="608" cy="6080"/>
                </a:xfrm>
                <a:prstGeom prst="roundRect">
                  <a:avLst>
                    <a:gd name="adj" fmla="val 14638"/>
                  </a:avLst>
                </a:prstGeom>
                <a:blipFill rotWithShape="1">
                  <a:blip r:embed="rId1"/>
                </a:blip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组合 56"/>
            <p:cNvGrpSpPr/>
            <p:nvPr/>
          </p:nvGrpSpPr>
          <p:grpSpPr>
            <a:xfrm>
              <a:off x="957" y="3597"/>
              <a:ext cx="9673" cy="6080"/>
              <a:chOff x="957" y="3597"/>
              <a:chExt cx="9673" cy="608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圆角矩形 3"/>
                  <p:cNvSpPr/>
                  <p:nvPr/>
                </p:nvSpPr>
                <p:spPr>
                  <a:xfrm>
                    <a:off x="1297" y="3597"/>
                    <a:ext cx="608" cy="6080"/>
                  </a:xfrm>
                  <a:prstGeom prst="roundRect">
                    <a:avLst>
                      <a:gd name="adj" fmla="val 14638"/>
                    </a:avLst>
                  </a:prstGeom>
                  <a:solidFill>
                    <a:srgbClr val="E9E3E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p>
                    <a:pPr algn="ctr"/>
                    <a:r>
                      <a:rPr lang="zh-CN" altLang="en-US" sz="1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位姿</a:t>
                    </a:r>
                    <a14:m>
                      <m:oMath xmlns:m="http://schemas.openxmlformats.org/officeDocument/2006/math"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𝑡</m:t>
                        </m:r>
                      </m:oMath>
                    </a14:m>
                    <a:endParaRPr lang="zh-CN" altLang="en-US" sz="1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4" name="圆角矩形 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7" y="3597"/>
                    <a:ext cx="608" cy="6080"/>
                  </a:xfrm>
                  <a:prstGeom prst="roundRect">
                    <a:avLst>
                      <a:gd name="adj" fmla="val 14638"/>
                    </a:avLst>
                  </a:prstGeom>
                  <a:blipFill rotWithShape="1">
                    <a:blip r:embed="rId2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圆角矩形 4"/>
              <p:cNvSpPr/>
              <p:nvPr/>
            </p:nvSpPr>
            <p:spPr>
              <a:xfrm>
                <a:off x="2017" y="3597"/>
                <a:ext cx="2705" cy="1739"/>
              </a:xfrm>
              <a:prstGeom prst="roundRect">
                <a:avLst>
                  <a:gd name="adj" fmla="val 5597"/>
                </a:avLst>
              </a:prstGeom>
              <a:pattFill prst="pct5">
                <a:fgClr>
                  <a:srgbClr val="F0B906"/>
                </a:fgClr>
                <a:bgClr>
                  <a:schemeClr val="bg1"/>
                </a:bgClr>
              </a:pattFill>
              <a:ln>
                <a:solidFill>
                  <a:srgbClr val="F0B90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圆角矩形 5"/>
              <p:cNvSpPr/>
              <p:nvPr/>
            </p:nvSpPr>
            <p:spPr>
              <a:xfrm>
                <a:off x="2017" y="5629"/>
                <a:ext cx="2705" cy="4048"/>
              </a:xfrm>
              <a:prstGeom prst="roundRect">
                <a:avLst>
                  <a:gd name="adj" fmla="val 6913"/>
                </a:avLst>
              </a:prstGeom>
              <a:pattFill prst="pct5">
                <a:fgClr>
                  <a:srgbClr val="EC7C30"/>
                </a:fgClr>
                <a:bgClr>
                  <a:schemeClr val="bg1"/>
                </a:bgClr>
              </a:pattFill>
              <a:ln>
                <a:solidFill>
                  <a:srgbClr val="EC7C3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圆角矩形 6"/>
              <p:cNvSpPr/>
              <p:nvPr/>
            </p:nvSpPr>
            <p:spPr>
              <a:xfrm>
                <a:off x="5122" y="3597"/>
                <a:ext cx="2004" cy="1625"/>
              </a:xfrm>
              <a:prstGeom prst="roundRect">
                <a:avLst>
                  <a:gd name="adj" fmla="val 7554"/>
                </a:avLst>
              </a:prstGeom>
              <a:solidFill>
                <a:srgbClr val="D1E6C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高斯致密化</a:t>
                </a:r>
                <a:endParaRPr lang="zh-CN" altLang="en-US" sz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7647" y="3597"/>
                <a:ext cx="2003" cy="1625"/>
              </a:xfrm>
              <a:prstGeom prst="roundRect">
                <a:avLst>
                  <a:gd name="adj" fmla="val 6250"/>
                </a:avLst>
              </a:prstGeom>
              <a:solidFill>
                <a:srgbClr val="E49CA3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语义高斯更新</a:t>
                </a:r>
                <a:endParaRPr lang="zh-CN" altLang="en-US" sz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5123" y="5629"/>
                <a:ext cx="4527" cy="4048"/>
              </a:xfrm>
              <a:prstGeom prst="roundRect">
                <a:avLst>
                  <a:gd name="adj" fmla="val 2742"/>
                </a:avLst>
              </a:prstGeom>
              <a:pattFill prst="pct5">
                <a:fgClr>
                  <a:srgbClr val="E49CA3"/>
                </a:fgClr>
                <a:bgClr>
                  <a:schemeClr val="bg1"/>
                </a:bgClr>
              </a:pattFill>
              <a:ln>
                <a:solidFill>
                  <a:srgbClr val="E49CA3"/>
                </a:solidFill>
                <a:prstDash val="lgDash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0" name="直接箭头连接符 9"/>
              <p:cNvCxnSpPr/>
              <p:nvPr/>
            </p:nvCxnSpPr>
            <p:spPr>
              <a:xfrm>
                <a:off x="4723" y="4410"/>
                <a:ext cx="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>
                <a:stCxn id="7" idx="3"/>
                <a:endCxn id="8" idx="1"/>
              </p:cNvCxnSpPr>
              <p:nvPr/>
            </p:nvCxnSpPr>
            <p:spPr>
              <a:xfrm>
                <a:off x="7126" y="4410"/>
                <a:ext cx="52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V="1">
                <a:off x="957" y="6637"/>
                <a:ext cx="34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>
                <a:grpSpLocks noChangeAspect="1"/>
              </p:cNvGrpSpPr>
              <p:nvPr/>
            </p:nvGrpSpPr>
            <p:grpSpPr>
              <a:xfrm>
                <a:off x="2431" y="7765"/>
                <a:ext cx="2163" cy="1782"/>
                <a:chOff x="1661" y="10363"/>
                <a:chExt cx="4095" cy="3426"/>
              </a:xfrm>
            </p:grpSpPr>
            <p:grpSp>
              <p:nvGrpSpPr>
                <p:cNvPr id="20" name="组合 19"/>
                <p:cNvGrpSpPr>
                  <a:grpSpLocks noChangeAspect="1"/>
                </p:cNvGrpSpPr>
                <p:nvPr/>
              </p:nvGrpSpPr>
              <p:grpSpPr>
                <a:xfrm>
                  <a:off x="1661" y="10363"/>
                  <a:ext cx="4095" cy="3427"/>
                  <a:chOff x="1297" y="10655"/>
                  <a:chExt cx="3308" cy="3286"/>
                </a:xfrm>
              </p:grpSpPr>
              <p:pic>
                <p:nvPicPr>
                  <p:cNvPr id="17" name="图片 16" descr="沙发语义分割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97" y="10655"/>
                    <a:ext cx="3308" cy="3286"/>
                  </a:xfrm>
                  <a:prstGeom prst="rect">
                    <a:avLst/>
                  </a:prstGeom>
                </p:spPr>
              </p:pic>
              <p:sp>
                <p:nvSpPr>
                  <p:cNvPr id="18" name="矩形 17"/>
                  <p:cNvSpPr/>
                  <p:nvPr/>
                </p:nvSpPr>
                <p:spPr>
                  <a:xfrm>
                    <a:off x="1650" y="11595"/>
                    <a:ext cx="2938" cy="2074"/>
                  </a:xfrm>
                  <a:prstGeom prst="rect">
                    <a:avLst/>
                  </a:prstGeom>
                  <a:noFill/>
                  <a:ln w="25400">
                    <a:solidFill>
                      <a:srgbClr val="E3F2A8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22" name="图片 21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10" y="11028"/>
                  <a:ext cx="946" cy="315"/>
                </a:xfrm>
                <a:prstGeom prst="rect">
                  <a:avLst/>
                </a:prstGeom>
              </p:spPr>
            </p:pic>
          </p:grpSp>
          <p:pic>
            <p:nvPicPr>
              <p:cNvPr id="24" name="图片 23" descr="估计成功的gt图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1" y="5846"/>
                <a:ext cx="2166" cy="1780"/>
              </a:xfrm>
              <a:prstGeom prst="rect">
                <a:avLst/>
              </a:prstGeom>
            </p:spPr>
          </p:pic>
          <p:cxnSp>
            <p:nvCxnSpPr>
              <p:cNvPr id="27" name="肘形连接符 26"/>
              <p:cNvCxnSpPr>
                <a:stCxn id="6" idx="0"/>
              </p:cNvCxnSpPr>
              <p:nvPr/>
            </p:nvCxnSpPr>
            <p:spPr>
              <a:xfrm rot="16200000">
                <a:off x="4041" y="4754"/>
                <a:ext cx="204" cy="1546"/>
              </a:xfrm>
              <a:prstGeom prst="bentConnector2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 flipH="1" flipV="1">
                <a:off x="4901" y="4412"/>
                <a:ext cx="7" cy="10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 flipV="1">
                <a:off x="4594" y="9155"/>
                <a:ext cx="3433" cy="5"/>
              </a:xfrm>
              <a:prstGeom prst="straightConnector1">
                <a:avLst/>
              </a:prstGeom>
              <a:ln>
                <a:solidFill>
                  <a:srgbClr val="E57C84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30" idx="3"/>
              </p:cNvCxnSpPr>
              <p:nvPr/>
            </p:nvCxnSpPr>
            <p:spPr>
              <a:xfrm>
                <a:off x="7714" y="7555"/>
                <a:ext cx="305" cy="2"/>
              </a:xfrm>
              <a:prstGeom prst="straightConnector1">
                <a:avLst/>
              </a:prstGeom>
              <a:ln>
                <a:solidFill>
                  <a:srgbClr val="E57C84"/>
                </a:solidFill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" name="圆角矩形 38"/>
              <p:cNvSpPr/>
              <p:nvPr/>
            </p:nvSpPr>
            <p:spPr>
              <a:xfrm>
                <a:off x="5306" y="5629"/>
                <a:ext cx="4160" cy="393"/>
              </a:xfrm>
              <a:prstGeom prst="roundRect">
                <a:avLst/>
              </a:prstGeom>
              <a:solidFill>
                <a:srgbClr val="E49CA3"/>
              </a:solidFill>
              <a:ln>
                <a:solidFill>
                  <a:srgbClr val="E49CA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语义高斯损失计算</a:t>
                </a:r>
                <a:endPara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grpSp>
            <p:nvGrpSpPr>
              <p:cNvPr id="43" name="组合 42"/>
              <p:cNvGrpSpPr/>
              <p:nvPr/>
            </p:nvGrpSpPr>
            <p:grpSpPr>
              <a:xfrm>
                <a:off x="8547" y="5241"/>
                <a:ext cx="171" cy="336"/>
                <a:chOff x="8622" y="5241"/>
                <a:chExt cx="171" cy="336"/>
              </a:xfrm>
            </p:grpSpPr>
            <p:cxnSp>
              <p:nvCxnSpPr>
                <p:cNvPr id="41" name="直接箭头连接符 40"/>
                <p:cNvCxnSpPr/>
                <p:nvPr/>
              </p:nvCxnSpPr>
              <p:spPr>
                <a:xfrm flipV="1">
                  <a:off x="8622" y="5241"/>
                  <a:ext cx="0" cy="336"/>
                </a:xfrm>
                <a:prstGeom prst="straightConnector1">
                  <a:avLst/>
                </a:prstGeom>
                <a:ln>
                  <a:solidFill>
                    <a:srgbClr val="E49CA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/>
                <p:cNvCxnSpPr/>
                <p:nvPr/>
              </p:nvCxnSpPr>
              <p:spPr>
                <a:xfrm flipH="1">
                  <a:off x="8791" y="5260"/>
                  <a:ext cx="2" cy="314"/>
                </a:xfrm>
                <a:prstGeom prst="straightConnector1">
                  <a:avLst/>
                </a:prstGeom>
                <a:ln>
                  <a:solidFill>
                    <a:srgbClr val="E49CA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组合 52"/>
              <p:cNvGrpSpPr/>
              <p:nvPr/>
            </p:nvGrpSpPr>
            <p:grpSpPr>
              <a:xfrm>
                <a:off x="8009" y="6258"/>
                <a:ext cx="1460" cy="3313"/>
                <a:chOff x="8059" y="6258"/>
                <a:chExt cx="1460" cy="3313"/>
              </a:xfrm>
            </p:grpSpPr>
            <p:sp>
              <p:nvSpPr>
                <p:cNvPr id="36" name="同侧圆角矩形 35"/>
                <p:cNvSpPr/>
                <p:nvPr/>
              </p:nvSpPr>
              <p:spPr>
                <a:xfrm>
                  <a:off x="8068" y="6539"/>
                  <a:ext cx="1448" cy="3033"/>
                </a:xfrm>
                <a:prstGeom prst="round2SameRect">
                  <a:avLst>
                    <a:gd name="adj1" fmla="val 0"/>
                    <a:gd name="adj2" fmla="val 13259"/>
                  </a:avLst>
                </a:prstGeom>
                <a:solidFill>
                  <a:schemeClr val="bg1">
                    <a:alpha val="78000"/>
                  </a:schemeClr>
                </a:solidFill>
                <a:ln>
                  <a:solidFill>
                    <a:srgbClr val="BEAECF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Cross Entropy Loss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DICE Loss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Focal IoU Loss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4" name="同侧圆角矩形 43"/>
                <p:cNvSpPr/>
                <p:nvPr/>
              </p:nvSpPr>
              <p:spPr>
                <a:xfrm>
                  <a:off x="8059" y="6258"/>
                  <a:ext cx="1461" cy="304"/>
                </a:xfrm>
                <a:prstGeom prst="round2SameRect">
                  <a:avLst>
                    <a:gd name="adj1" fmla="val 24671"/>
                    <a:gd name="adj2" fmla="val 0"/>
                  </a:avLst>
                </a:prstGeom>
                <a:solidFill>
                  <a:srgbClr val="BEAEC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损失函数</a:t>
                  </a:r>
                  <a:endParaRPr lang="zh-CN" altLang="en-US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5306" y="6298"/>
                <a:ext cx="2408" cy="2274"/>
                <a:chOff x="5194" y="6298"/>
                <a:chExt cx="2408" cy="2274"/>
              </a:xfrm>
            </p:grpSpPr>
            <p:pic>
              <p:nvPicPr>
                <p:cNvPr id="30" name="图片 29" descr="语意渲染图"/>
                <p:cNvPicPr>
                  <a:picLocks noChangeAspect="1"/>
                </p:cNvPicPr>
                <p:nvPr/>
              </p:nvPicPr>
              <p:blipFill>
                <a:blip r:embed="rId6"/>
                <a:srcRect l="22111" t="17570"/>
                <a:stretch>
                  <a:fillRect/>
                </a:stretch>
              </p:blipFill>
              <p:spPr>
                <a:xfrm>
                  <a:off x="5194" y="6538"/>
                  <a:ext cx="2408" cy="2034"/>
                </a:xfrm>
                <a:prstGeom prst="rect">
                  <a:avLst/>
                </a:prstGeom>
              </p:spPr>
            </p:pic>
            <p:sp>
              <p:nvSpPr>
                <p:cNvPr id="46" name="同侧圆角矩形 45"/>
                <p:cNvSpPr/>
                <p:nvPr/>
              </p:nvSpPr>
              <p:spPr>
                <a:xfrm>
                  <a:off x="5194" y="6298"/>
                  <a:ext cx="2409" cy="304"/>
                </a:xfrm>
                <a:prstGeom prst="round2SameRect">
                  <a:avLst/>
                </a:prstGeom>
                <a:solidFill>
                  <a:srgbClr val="BEAEC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语义高斯渲染</a:t>
                  </a:r>
                  <a:endParaRPr lang="zh-CN" altLang="en-US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cxnSp>
            <p:nvCxnSpPr>
              <p:cNvPr id="47" name="直接箭头连接符 46"/>
              <p:cNvCxnSpPr/>
              <p:nvPr/>
            </p:nvCxnSpPr>
            <p:spPr>
              <a:xfrm flipV="1">
                <a:off x="9666" y="6639"/>
                <a:ext cx="340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1" name="组合 50"/>
              <p:cNvGrpSpPr/>
              <p:nvPr/>
            </p:nvGrpSpPr>
            <p:grpSpPr>
              <a:xfrm>
                <a:off x="2163" y="3766"/>
                <a:ext cx="2391" cy="1455"/>
                <a:chOff x="2172" y="3700"/>
                <a:chExt cx="2391" cy="1455"/>
              </a:xfrm>
            </p:grpSpPr>
            <p:pic>
              <p:nvPicPr>
                <p:cNvPr id="25" name="图片 24" descr="沙发rgb渲染图"/>
                <p:cNvPicPr>
                  <a:picLocks noChangeAspect="1"/>
                </p:cNvPicPr>
                <p:nvPr/>
              </p:nvPicPr>
              <p:blipFill>
                <a:blip r:embed="rId7"/>
                <a:srcRect l="15155" t="16875"/>
                <a:stretch>
                  <a:fillRect/>
                </a:stretch>
              </p:blipFill>
              <p:spPr>
                <a:xfrm>
                  <a:off x="2519" y="3701"/>
                  <a:ext cx="2045" cy="1455"/>
                </a:xfrm>
                <a:prstGeom prst="rect">
                  <a:avLst/>
                </a:prstGeom>
              </p:spPr>
            </p:pic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8" name="圆角矩形 47"/>
                    <p:cNvSpPr/>
                    <p:nvPr/>
                  </p:nvSpPr>
                  <p:spPr>
                    <a:xfrm rot="16200000">
                      <a:off x="1591" y="4281"/>
                      <a:ext cx="1451" cy="288"/>
                    </a:xfrm>
                    <a:prstGeom prst="roundRect">
                      <a:avLst/>
                    </a:prstGeom>
                    <a:solidFill>
                      <a:srgbClr val="F0B90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 anchorCtr="0"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zh-CN" sz="1000" i="1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𝑡</m:t>
                          </m:r>
                        </m:oMath>
                      </a14:m>
                      <a:r>
                        <a:rPr lang="zh-CN" altLang="en-US" sz="1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位姿渲染</a:t>
                      </a:r>
                      <a:endParaRPr lang="zh-CN" altLang="en-US" sz="100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p:txBody>
                </p:sp>
              </mc:Choice>
              <mc:Fallback>
                <p:sp>
                  <p:nvSpPr>
                    <p:cNvPr id="48" name="圆角矩形 4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1591" y="4281"/>
                      <a:ext cx="1451" cy="288"/>
                    </a:xfrm>
                    <a:prstGeom prst="roundRect">
                      <a:avLst/>
                    </a:prstGeom>
                    <a:blipFill rotWithShape="1">
                      <a:blip r:embed="rId8"/>
                    </a:blip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9" name="圆角矩形 48"/>
              <p:cNvSpPr/>
              <p:nvPr/>
            </p:nvSpPr>
            <p:spPr>
              <a:xfrm rot="16200000">
                <a:off x="1366" y="6592"/>
                <a:ext cx="1781" cy="288"/>
              </a:xfrm>
              <a:prstGeom prst="roundRect">
                <a:avLst/>
              </a:prstGeom>
              <a:solidFill>
                <a:srgbClr val="EC7C3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GT</a:t>
                </a:r>
                <a:endParaRPr lang="en-US" altLang="zh-CN" sz="1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圆角矩形 49"/>
              <p:cNvSpPr/>
              <p:nvPr/>
            </p:nvSpPr>
            <p:spPr>
              <a:xfrm rot="16200000">
                <a:off x="1366" y="8513"/>
                <a:ext cx="1781" cy="288"/>
              </a:xfrm>
              <a:prstGeom prst="roundRect">
                <a:avLst/>
              </a:prstGeom>
              <a:solidFill>
                <a:srgbClr val="EC7C3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语义分割</a:t>
                </a:r>
                <a:r>
                  <a:rPr lang="en-US" altLang="zh-CN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GT</a:t>
                </a:r>
                <a:r>
                  <a: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rPr>
                  <a:t>图像</a:t>
                </a:r>
                <a:endParaRPr lang="zh-CN" altLang="en-US" sz="10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圆角矩形 55"/>
                  <p:cNvSpPr/>
                  <p:nvPr/>
                </p:nvSpPr>
                <p:spPr>
                  <a:xfrm>
                    <a:off x="10022" y="3597"/>
                    <a:ext cx="608" cy="6080"/>
                  </a:xfrm>
                  <a:prstGeom prst="roundRect">
                    <a:avLst>
                      <a:gd name="adj" fmla="val 14638"/>
                    </a:avLst>
                  </a:prstGeom>
                  <a:solidFill>
                    <a:srgbClr val="E9E3E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="vert270" rtlCol="0" anchor="ctr"/>
                  <a:p>
                    <a:pPr algn="ctr"/>
                    <a:r>
                      <a:rPr lang="zh-CN" altLang="en-US" sz="14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位姿</a:t>
                    </a:r>
                    <a14:m>
                      <m:oMath xmlns:m="http://schemas.openxmlformats.org/officeDocument/2006/math"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𝑡</m:t>
                        </m:r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14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1</m:t>
                        </m:r>
                      </m:oMath>
                    </a14:m>
                    <a:endParaRPr lang="zh-CN" altLang="en-US" sz="14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mc:Choice>
            <mc:Fallback>
              <p:sp>
                <p:nvSpPr>
                  <p:cNvPr id="56" name="圆角矩形 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22" y="3597"/>
                    <a:ext cx="608" cy="6080"/>
                  </a:xfrm>
                  <a:prstGeom prst="roundRect">
                    <a:avLst>
                      <a:gd name="adj" fmla="val 14638"/>
                    </a:avLst>
                  </a:prstGeom>
                  <a:blipFill rotWithShape="1">
                    <a:blip r:embed="rId9"/>
                  </a:blip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4" name="组合 23"/>
          <p:cNvGrpSpPr/>
          <p:nvPr/>
        </p:nvGrpSpPr>
        <p:grpSpPr>
          <a:xfrm>
            <a:off x="471170" y="1805940"/>
            <a:ext cx="5793740" cy="2051685"/>
            <a:chOff x="742" y="2844"/>
            <a:chExt cx="9124" cy="3231"/>
          </a:xfrm>
        </p:grpSpPr>
        <p:cxnSp>
          <p:nvCxnSpPr>
            <p:cNvPr id="27" name="肘形连接符 26"/>
            <p:cNvCxnSpPr>
              <a:stCxn id="21" idx="3"/>
              <a:endCxn id="18" idx="3"/>
            </p:cNvCxnSpPr>
            <p:nvPr/>
          </p:nvCxnSpPr>
          <p:spPr>
            <a:xfrm>
              <a:off x="3952" y="3583"/>
              <a:ext cx="5" cy="1649"/>
            </a:xfrm>
            <a:prstGeom prst="bentConnector3">
              <a:avLst>
                <a:gd name="adj1" fmla="val 302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endCxn id="22" idx="1"/>
            </p:cNvCxnSpPr>
            <p:nvPr/>
          </p:nvCxnSpPr>
          <p:spPr>
            <a:xfrm>
              <a:off x="4102" y="4460"/>
              <a:ext cx="22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" name="组合 39"/>
            <p:cNvGrpSpPr/>
            <p:nvPr/>
          </p:nvGrpSpPr>
          <p:grpSpPr>
            <a:xfrm rot="0">
              <a:off x="742" y="2845"/>
              <a:ext cx="3210" cy="1472"/>
              <a:chOff x="742" y="2845"/>
              <a:chExt cx="3210" cy="1472"/>
            </a:xfrm>
          </p:grpSpPr>
          <p:cxnSp>
            <p:nvCxnSpPr>
              <p:cNvPr id="25" name="直接箭头连接符 24"/>
              <p:cNvCxnSpPr>
                <a:stCxn id="19" idx="3"/>
                <a:endCxn id="20" idx="1"/>
              </p:cNvCxnSpPr>
              <p:nvPr/>
            </p:nvCxnSpPr>
            <p:spPr>
              <a:xfrm>
                <a:off x="2533" y="3582"/>
                <a:ext cx="28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20" idx="3"/>
                <a:endCxn id="21" idx="1"/>
              </p:cNvCxnSpPr>
              <p:nvPr/>
            </p:nvCxnSpPr>
            <p:spPr>
              <a:xfrm>
                <a:off x="3248" y="3582"/>
                <a:ext cx="280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9" name="组合 38"/>
              <p:cNvGrpSpPr/>
              <p:nvPr/>
            </p:nvGrpSpPr>
            <p:grpSpPr>
              <a:xfrm>
                <a:off x="742" y="2845"/>
                <a:ext cx="3210" cy="1473"/>
                <a:chOff x="742" y="2845"/>
                <a:chExt cx="3210" cy="1473"/>
              </a:xfrm>
            </p:grpSpPr>
            <p:sp>
              <p:nvSpPr>
                <p:cNvPr id="20" name="圆角矩形 19"/>
                <p:cNvSpPr/>
                <p:nvPr/>
              </p:nvSpPr>
              <p:spPr>
                <a:xfrm>
                  <a:off x="2813" y="2845"/>
                  <a:ext cx="435" cy="1473"/>
                </a:xfrm>
                <a:prstGeom prst="roundRect">
                  <a:avLst/>
                </a:prstGeom>
                <a:solidFill>
                  <a:srgbClr val="BCD9BA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p>
                  <a:pPr algn="ctr"/>
                  <a:r>
                    <a:rPr lang="en-US" altLang="zh-CN" sz="800">
                      <a:solidFill>
                        <a:schemeClr val="tx1"/>
                      </a:solidFill>
                      <a:latin typeface="Times New Roman" panose="02020603050405020304" charset="0"/>
                      <a:ea typeface="宋体" panose="02010600030101010101" pitchFamily="2" charset="-122"/>
                      <a:cs typeface="Times New Roman" panose="02020603050405020304" charset="0"/>
                    </a:rPr>
                    <a:t>Yolo26</a:t>
                  </a:r>
                  <a:r>
                    <a:rPr lang="en-US" altLang="zh-CN" sz="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</a:t>
                  </a:r>
                  <a:r>
                    <a:rPr lang="zh-CN" altLang="en-US" sz="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分类器</a:t>
                  </a:r>
                  <a:endParaRPr lang="zh-CN" altLang="en-US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3528" y="2848"/>
                  <a:ext cx="424" cy="1470"/>
                </a:xfrm>
                <a:prstGeom prst="roundRect">
                  <a:avLst/>
                </a:prstGeom>
                <a:solidFill>
                  <a:srgbClr val="E9E3EB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p>
                  <a:pPr algn="ctr"/>
                  <a:r>
                    <a:rPr lang="zh-CN" altLang="en-US" sz="7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目标</a:t>
                  </a:r>
                  <a:r>
                    <a:rPr lang="en-US" altLang="zh-CN" sz="7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700">
                      <a:solidFill>
                        <a:schemeClr val="tx1"/>
                      </a:solidFill>
                      <a:latin typeface="Times New Roman" panose="02020603050405020304" charset="0"/>
                      <a:ea typeface="宋体" panose="02010600030101010101" pitchFamily="2" charset="-122"/>
                      <a:cs typeface="Times New Roman" panose="02020603050405020304" charset="0"/>
                    </a:rPr>
                    <a:t>COCO ID</a:t>
                  </a:r>
                  <a:r>
                    <a:rPr lang="en-US" altLang="zh-CN" sz="7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57</a:t>
                  </a:r>
                  <a:r>
                    <a:rPr lang="zh-CN" altLang="en-US" sz="7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（沙发）</a:t>
                  </a:r>
                  <a:endParaRPr lang="zh-CN" altLang="en-US" sz="7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31" name="组合 30"/>
                <p:cNvGrpSpPr/>
                <p:nvPr/>
              </p:nvGrpSpPr>
              <p:grpSpPr>
                <a:xfrm>
                  <a:off x="742" y="2846"/>
                  <a:ext cx="1791" cy="1473"/>
                  <a:chOff x="742" y="2845"/>
                  <a:chExt cx="1791" cy="1473"/>
                </a:xfrm>
              </p:grpSpPr>
              <p:pic>
                <p:nvPicPr>
                  <p:cNvPr id="19" name="图片 18" descr="估计成功的gt图"/>
                  <p:cNvPicPr>
                    <a:picLocks noChangeAspect="1"/>
                  </p:cNvPicPr>
                  <p:nvPr/>
                </p:nvPicPr>
                <p:blipFill>
                  <a:blip r:embed="rId1"/>
                  <a:srcRect l="10076" t="21691" b="8414"/>
                  <a:stretch>
                    <a:fillRect/>
                  </a:stretch>
                </p:blipFill>
                <p:spPr>
                  <a:xfrm>
                    <a:off x="976" y="2845"/>
                    <a:ext cx="1557" cy="1472"/>
                  </a:xfrm>
                  <a:prstGeom prst="rect">
                    <a:avLst/>
                  </a:prstGeom>
                </p:spPr>
              </p:pic>
              <p:sp>
                <p:nvSpPr>
                  <p:cNvPr id="30" name="同侧圆角矩形 29"/>
                  <p:cNvSpPr/>
                  <p:nvPr/>
                </p:nvSpPr>
                <p:spPr>
                  <a:xfrm rot="16200000">
                    <a:off x="123" y="3464"/>
                    <a:ext cx="1472" cy="235"/>
                  </a:xfrm>
                  <a:prstGeom prst="round2SameRect">
                    <a:avLst/>
                  </a:prstGeom>
                  <a:solidFill>
                    <a:srgbClr val="BCD9B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zh-CN" altLang="en-US" sz="8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a:t>目标图像</a:t>
                    </a:r>
                    <a:endParaRPr lang="zh-CN" altLang="en-US" sz="8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38" name="组合 37"/>
            <p:cNvGrpSpPr/>
            <p:nvPr/>
          </p:nvGrpSpPr>
          <p:grpSpPr>
            <a:xfrm rot="0">
              <a:off x="742" y="4388"/>
              <a:ext cx="3210" cy="1686"/>
              <a:chOff x="742" y="4546"/>
              <a:chExt cx="3210" cy="1686"/>
            </a:xfrm>
          </p:grpSpPr>
          <p:pic>
            <p:nvPicPr>
              <p:cNvPr id="18" name="图片 17" descr="屏幕截图 2026-05-03 164029"/>
              <p:cNvPicPr>
                <a:picLocks noChangeAspect="1"/>
              </p:cNvPicPr>
              <p:nvPr/>
            </p:nvPicPr>
            <p:blipFill>
              <a:blip r:embed="rId2"/>
              <a:srcRect t="35604" b="4110"/>
              <a:stretch>
                <a:fillRect/>
              </a:stretch>
            </p:blipFill>
            <p:spPr>
              <a:xfrm>
                <a:off x="950" y="4546"/>
                <a:ext cx="3002" cy="1687"/>
              </a:xfrm>
              <a:prstGeom prst="rect">
                <a:avLst/>
              </a:prstGeom>
            </p:spPr>
          </p:pic>
          <p:sp>
            <p:nvSpPr>
              <p:cNvPr id="32" name="同侧圆角矩形 31"/>
              <p:cNvSpPr/>
              <p:nvPr/>
            </p:nvSpPr>
            <p:spPr>
              <a:xfrm rot="16200000">
                <a:off x="16" y="5272"/>
                <a:ext cx="1687" cy="235"/>
              </a:xfrm>
              <a:prstGeom prst="round2SameRect">
                <a:avLst/>
              </a:prstGeom>
              <a:solidFill>
                <a:srgbClr val="BCD9BA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语义高斯</a:t>
                </a:r>
                <a:endParaRPr lang="zh-CN" altLang="en-US" sz="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 rot="0">
              <a:off x="4330" y="2845"/>
              <a:ext cx="2179" cy="3230"/>
              <a:chOff x="4328" y="2846"/>
              <a:chExt cx="1752" cy="3230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4328" y="2846"/>
                <a:ext cx="1752" cy="3230"/>
              </a:xfrm>
              <a:prstGeom prst="roundRect">
                <a:avLst>
                  <a:gd name="adj" fmla="val 7958"/>
                </a:avLst>
              </a:prstGeom>
              <a:pattFill prst="pct5">
                <a:fgClr>
                  <a:srgbClr val="BCD9BA"/>
                </a:fgClr>
                <a:bgClr>
                  <a:schemeClr val="bg1"/>
                </a:bgClr>
              </a:pattFill>
              <a:ln>
                <a:solidFill>
                  <a:srgbClr val="BCD9BA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4399" y="3376"/>
                <a:ext cx="1589" cy="824"/>
              </a:xfrm>
              <a:prstGeom prst="roundRect">
                <a:avLst/>
              </a:prstGeom>
              <a:solidFill>
                <a:schemeClr val="bg1">
                  <a:alpha val="70000"/>
                </a:schemeClr>
              </a:solidFill>
              <a:ln w="12700">
                <a:solidFill>
                  <a:srgbClr val="BCD9BA"/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DISK+LightGlue</a:t>
                </a:r>
                <a:r>
                  <a:rPr lang="zh-CN" altLang="en-US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特征匹配</a:t>
                </a:r>
                <a:r>
                  <a:rPr lang="en-US" altLang="zh-CN" sz="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 </a:t>
                </a:r>
                <a:endParaRPr lang="en-US" altLang="zh-CN" sz="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algn="ctr"/>
                <a:r>
                  <a:rPr lang="en-US" altLang="zh-CN" sz="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Warping Loss</a:t>
                </a:r>
                <a:r>
                  <a:rPr lang="zh-CN" altLang="en-US" sz="8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位姿精修</a:t>
                </a:r>
                <a:endParaRPr lang="zh-CN" altLang="en-US" sz="8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33" name="同侧圆角矩形 32"/>
            <p:cNvSpPr/>
            <p:nvPr/>
          </p:nvSpPr>
          <p:spPr>
            <a:xfrm>
              <a:off x="4328" y="2848"/>
              <a:ext cx="2181" cy="316"/>
            </a:xfrm>
            <a:prstGeom prst="round2SameRect">
              <a:avLst/>
            </a:prstGeom>
            <a:solidFill>
              <a:srgbClr val="BCD9BA"/>
            </a:solidFill>
            <a:ln>
              <a:solidFill>
                <a:srgbClr val="BCD9B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特征匹配定位</a:t>
              </a:r>
              <a:endParaRPr lang="zh-CN" altLang="en-US" sz="1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23" name="图片 22" descr="场景鸟瞰图"/>
            <p:cNvPicPr>
              <a:picLocks noChangeAspect="1"/>
            </p:cNvPicPr>
            <p:nvPr/>
          </p:nvPicPr>
          <p:blipFill>
            <a:blip r:embed="rId3"/>
            <a:srcRect l="17144" t="28045" r="9572" b="4587"/>
            <a:stretch>
              <a:fillRect/>
            </a:stretch>
          </p:blipFill>
          <p:spPr>
            <a:xfrm>
              <a:off x="4519" y="4388"/>
              <a:ext cx="1802" cy="1537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5334" y="5029"/>
              <a:ext cx="237" cy="4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5" name="直接箭头连接符 14"/>
            <p:cNvCxnSpPr>
              <a:stCxn id="22" idx="3"/>
              <a:endCxn id="13" idx="1"/>
            </p:cNvCxnSpPr>
            <p:nvPr/>
          </p:nvCxnSpPr>
          <p:spPr>
            <a:xfrm flipV="1">
              <a:off x="6509" y="4459"/>
              <a:ext cx="37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7" name="组合 16"/>
            <p:cNvGrpSpPr/>
            <p:nvPr/>
          </p:nvGrpSpPr>
          <p:grpSpPr>
            <a:xfrm>
              <a:off x="6884" y="2844"/>
              <a:ext cx="2982" cy="3230"/>
              <a:chOff x="6908" y="2847"/>
              <a:chExt cx="2982" cy="3230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6908" y="2847"/>
                <a:ext cx="2982" cy="3230"/>
                <a:chOff x="6908" y="2847"/>
                <a:chExt cx="2982" cy="3230"/>
              </a:xfrm>
            </p:grpSpPr>
            <p:sp>
              <p:nvSpPr>
                <p:cNvPr id="13" name="圆角矩形 12"/>
                <p:cNvSpPr/>
                <p:nvPr/>
              </p:nvSpPr>
              <p:spPr>
                <a:xfrm>
                  <a:off x="6908" y="2847"/>
                  <a:ext cx="2982" cy="3230"/>
                </a:xfrm>
                <a:prstGeom prst="roundRect">
                  <a:avLst>
                    <a:gd name="adj" fmla="val 5572"/>
                  </a:avLst>
                </a:prstGeom>
                <a:pattFill prst="pct5">
                  <a:fgClr>
                    <a:srgbClr val="BCD9BA"/>
                  </a:fgClr>
                  <a:bgClr>
                    <a:schemeClr val="bg1"/>
                  </a:bgClr>
                </a:pattFill>
                <a:ln>
                  <a:solidFill>
                    <a:srgbClr val="BCD9B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" name="同侧圆角矩形 13"/>
                <p:cNvSpPr/>
                <p:nvPr/>
              </p:nvSpPr>
              <p:spPr>
                <a:xfrm>
                  <a:off x="6909" y="2848"/>
                  <a:ext cx="2976" cy="316"/>
                </a:xfrm>
                <a:prstGeom prst="round2SameRect">
                  <a:avLst/>
                </a:prstGeom>
                <a:solidFill>
                  <a:srgbClr val="BCD9BA"/>
                </a:solidFill>
                <a:ln>
                  <a:solidFill>
                    <a:srgbClr val="BCD9BA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00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路径规划</a:t>
                  </a:r>
                  <a:endParaRPr lang="zh-CN" altLang="en-US" sz="1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" name="组合 11"/>
              <p:cNvGrpSpPr>
                <a:grpSpLocks noChangeAspect="1"/>
              </p:cNvGrpSpPr>
              <p:nvPr/>
            </p:nvGrpSpPr>
            <p:grpSpPr>
              <a:xfrm>
                <a:off x="7121" y="3351"/>
                <a:ext cx="2575" cy="2574"/>
                <a:chOff x="6821" y="2848"/>
                <a:chExt cx="3228" cy="3226"/>
              </a:xfrm>
            </p:grpSpPr>
            <p:pic>
              <p:nvPicPr>
                <p:cNvPr id="41" name="图片 40" descr="场景鸟瞰图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21" y="2848"/>
                  <a:ext cx="3229" cy="3226"/>
                </a:xfrm>
                <a:prstGeom prst="rect">
                  <a:avLst/>
                </a:prstGeom>
              </p:spPr>
            </p:pic>
            <p:sp>
              <p:nvSpPr>
                <p:cNvPr id="46" name="任意多边形 45"/>
                <p:cNvSpPr/>
                <p:nvPr/>
              </p:nvSpPr>
              <p:spPr>
                <a:xfrm>
                  <a:off x="7406" y="4863"/>
                  <a:ext cx="1146" cy="641"/>
                </a:xfrm>
                <a:custGeom>
                  <a:avLst/>
                  <a:gdLst>
                    <a:gd name="connisteX0" fmla="*/ 6219 w 727579"/>
                    <a:gd name="connsiteY0" fmla="*/ 137532 h 406880"/>
                    <a:gd name="connisteX1" fmla="*/ 6219 w 727579"/>
                    <a:gd name="connsiteY1" fmla="*/ 71492 h 406880"/>
                    <a:gd name="connisteX2" fmla="*/ 72259 w 727579"/>
                    <a:gd name="connsiteY2" fmla="*/ 20692 h 406880"/>
                    <a:gd name="connisteX3" fmla="*/ 138299 w 727579"/>
                    <a:gd name="connsiteY3" fmla="*/ 372 h 406880"/>
                    <a:gd name="connisteX4" fmla="*/ 204339 w 727579"/>
                    <a:gd name="connsiteY4" fmla="*/ 10532 h 406880"/>
                    <a:gd name="connisteX5" fmla="*/ 270379 w 727579"/>
                    <a:gd name="connsiteY5" fmla="*/ 30852 h 406880"/>
                    <a:gd name="connisteX6" fmla="*/ 336419 w 727579"/>
                    <a:gd name="connsiteY6" fmla="*/ 81652 h 406880"/>
                    <a:gd name="connisteX7" fmla="*/ 371979 w 727579"/>
                    <a:gd name="connsiteY7" fmla="*/ 147692 h 406880"/>
                    <a:gd name="connisteX8" fmla="*/ 397379 w 727579"/>
                    <a:gd name="connsiteY8" fmla="*/ 213732 h 406880"/>
                    <a:gd name="connisteX9" fmla="*/ 432939 w 727579"/>
                    <a:gd name="connsiteY9" fmla="*/ 279772 h 406880"/>
                    <a:gd name="connisteX10" fmla="*/ 463419 w 727579"/>
                    <a:gd name="connsiteY10" fmla="*/ 345812 h 406880"/>
                    <a:gd name="connisteX11" fmla="*/ 529459 w 727579"/>
                    <a:gd name="connsiteY11" fmla="*/ 386452 h 406880"/>
                    <a:gd name="connisteX12" fmla="*/ 595499 w 727579"/>
                    <a:gd name="connsiteY12" fmla="*/ 406772 h 406880"/>
                    <a:gd name="connisteX13" fmla="*/ 661539 w 727579"/>
                    <a:gd name="connsiteY13" fmla="*/ 391532 h 406880"/>
                    <a:gd name="connisteX14" fmla="*/ 727579 w 727579"/>
                    <a:gd name="connsiteY14" fmla="*/ 376292 h 406880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  <a:cxn ang="0">
                      <a:pos x="connisteX6" y="connsiteY6"/>
                    </a:cxn>
                    <a:cxn ang="0">
                      <a:pos x="connisteX7" y="connsiteY7"/>
                    </a:cxn>
                    <a:cxn ang="0">
                      <a:pos x="connisteX8" y="connsiteY8"/>
                    </a:cxn>
                    <a:cxn ang="0">
                      <a:pos x="connisteX9" y="connsiteY9"/>
                    </a:cxn>
                    <a:cxn ang="0">
                      <a:pos x="connisteX10" y="connsiteY10"/>
                    </a:cxn>
                    <a:cxn ang="0">
                      <a:pos x="connisteX11" y="connsiteY11"/>
                    </a:cxn>
                    <a:cxn ang="0">
                      <a:pos x="connisteX12" y="connsiteY12"/>
                    </a:cxn>
                    <a:cxn ang="0">
                      <a:pos x="connisteX13" y="connsiteY13"/>
                    </a:cxn>
                    <a:cxn ang="0">
                      <a:pos x="connisteX14" y="connsiteY14"/>
                    </a:cxn>
                  </a:cxnLst>
                  <a:rect l="l" t="t" r="r" b="b"/>
                  <a:pathLst>
                    <a:path w="727579" h="406881">
                      <a:moveTo>
                        <a:pt x="6219" y="137532"/>
                      </a:moveTo>
                      <a:cubicBezTo>
                        <a:pt x="4949" y="125467"/>
                        <a:pt x="-7116" y="94987"/>
                        <a:pt x="6219" y="71492"/>
                      </a:cubicBezTo>
                      <a:cubicBezTo>
                        <a:pt x="19554" y="47997"/>
                        <a:pt x="45589" y="34662"/>
                        <a:pt x="72259" y="20692"/>
                      </a:cubicBezTo>
                      <a:cubicBezTo>
                        <a:pt x="98929" y="6722"/>
                        <a:pt x="111629" y="2277"/>
                        <a:pt x="138299" y="372"/>
                      </a:cubicBezTo>
                      <a:cubicBezTo>
                        <a:pt x="164969" y="-1533"/>
                        <a:pt x="177669" y="4182"/>
                        <a:pt x="204339" y="10532"/>
                      </a:cubicBezTo>
                      <a:cubicBezTo>
                        <a:pt x="231009" y="16882"/>
                        <a:pt x="243709" y="16882"/>
                        <a:pt x="270379" y="30852"/>
                      </a:cubicBezTo>
                      <a:cubicBezTo>
                        <a:pt x="297049" y="44822"/>
                        <a:pt x="316099" y="58157"/>
                        <a:pt x="336419" y="81652"/>
                      </a:cubicBezTo>
                      <a:cubicBezTo>
                        <a:pt x="356739" y="105147"/>
                        <a:pt x="359914" y="121022"/>
                        <a:pt x="371979" y="147692"/>
                      </a:cubicBezTo>
                      <a:cubicBezTo>
                        <a:pt x="384044" y="174362"/>
                        <a:pt x="385314" y="187062"/>
                        <a:pt x="397379" y="213732"/>
                      </a:cubicBezTo>
                      <a:cubicBezTo>
                        <a:pt x="409444" y="240402"/>
                        <a:pt x="419604" y="253102"/>
                        <a:pt x="432939" y="279772"/>
                      </a:cubicBezTo>
                      <a:cubicBezTo>
                        <a:pt x="446274" y="306442"/>
                        <a:pt x="444369" y="324222"/>
                        <a:pt x="463419" y="345812"/>
                      </a:cubicBezTo>
                      <a:cubicBezTo>
                        <a:pt x="482469" y="367402"/>
                        <a:pt x="502789" y="374387"/>
                        <a:pt x="529459" y="386452"/>
                      </a:cubicBezTo>
                      <a:cubicBezTo>
                        <a:pt x="556129" y="398517"/>
                        <a:pt x="568829" y="405502"/>
                        <a:pt x="595499" y="406772"/>
                      </a:cubicBezTo>
                      <a:cubicBezTo>
                        <a:pt x="622169" y="408042"/>
                        <a:pt x="634869" y="397882"/>
                        <a:pt x="661539" y="391532"/>
                      </a:cubicBezTo>
                      <a:cubicBezTo>
                        <a:pt x="688209" y="385182"/>
                        <a:pt x="715514" y="378832"/>
                        <a:pt x="727579" y="376292"/>
                      </a:cubicBezTo>
                    </a:path>
                  </a:pathLst>
                </a:custGeom>
                <a:noFill/>
                <a:ln>
                  <a:solidFill>
                    <a:srgbClr val="FF0000"/>
                  </a:solidFill>
                  <a:tailEnd type="arrow" w="med" len="sm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3" name="矩形 2"/>
          <p:cNvSpPr/>
          <p:nvPr/>
        </p:nvSpPr>
        <p:spPr>
          <a:xfrm>
            <a:off x="5328920" y="3072765"/>
            <a:ext cx="150495" cy="301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4" name="组合 43"/>
          <p:cNvGrpSpPr/>
          <p:nvPr/>
        </p:nvGrpSpPr>
        <p:grpSpPr>
          <a:xfrm>
            <a:off x="1784985" y="530860"/>
            <a:ext cx="3348990" cy="4665980"/>
            <a:chOff x="2811" y="836"/>
            <a:chExt cx="5274" cy="7348"/>
          </a:xfrm>
        </p:grpSpPr>
        <p:grpSp>
          <p:nvGrpSpPr>
            <p:cNvPr id="32" name="组合 31"/>
            <p:cNvGrpSpPr/>
            <p:nvPr/>
          </p:nvGrpSpPr>
          <p:grpSpPr>
            <a:xfrm>
              <a:off x="2811" y="836"/>
              <a:ext cx="5274" cy="6912"/>
              <a:chOff x="2811" y="836"/>
              <a:chExt cx="5274" cy="6912"/>
            </a:xfrm>
          </p:grpSpPr>
          <p:grpSp>
            <p:nvGrpSpPr>
              <p:cNvPr id="26" name="组合 25"/>
              <p:cNvGrpSpPr>
                <a:grpSpLocks noChangeAspect="1"/>
              </p:cNvGrpSpPr>
              <p:nvPr/>
            </p:nvGrpSpPr>
            <p:grpSpPr>
              <a:xfrm>
                <a:off x="2811" y="836"/>
                <a:ext cx="5274" cy="6913"/>
                <a:chOff x="2811" y="836"/>
                <a:chExt cx="4135" cy="5420"/>
              </a:xfrm>
            </p:grpSpPr>
            <p:pic>
              <p:nvPicPr>
                <p:cNvPr id="4" name="图片 3" descr="屏幕截图 2026-05-07 111621"/>
                <p:cNvPicPr/>
                <p:nvPr/>
              </p:nvPicPr>
              <p:blipFill>
                <a:blip r:embed="rId1"/>
                <a:srcRect l="26574" r="12130"/>
                <a:stretch>
                  <a:fillRect/>
                </a:stretch>
              </p:blipFill>
              <p:spPr>
                <a:xfrm>
                  <a:off x="2811" y="863"/>
                  <a:ext cx="1230" cy="1230"/>
                </a:xfrm>
                <a:prstGeom prst="rect">
                  <a:avLst/>
                </a:prstGeom>
                <a:ln w="19050">
                  <a:solidFill>
                    <a:srgbClr val="FF0000"/>
                  </a:solidFill>
                  <a:prstDash val="sysDash"/>
                </a:ln>
              </p:spPr>
            </p:pic>
            <p:pic>
              <p:nvPicPr>
                <p:cNvPr id="14" name="图片 13" descr="屏幕截图 2026-05-07 111412"/>
                <p:cNvPicPr>
                  <a:picLocks noChangeAspect="1"/>
                </p:cNvPicPr>
                <p:nvPr/>
              </p:nvPicPr>
              <p:blipFill>
                <a:blip r:embed="rId2"/>
                <a:srcRect l="23120" r="18824"/>
                <a:stretch>
                  <a:fillRect/>
                </a:stretch>
              </p:blipFill>
              <p:spPr>
                <a:xfrm>
                  <a:off x="4177" y="863"/>
                  <a:ext cx="1230" cy="1230"/>
                </a:xfrm>
                <a:prstGeom prst="rect">
                  <a:avLst/>
                </a:prstGeom>
                <a:ln w="19050">
                  <a:solidFill>
                    <a:srgbClr val="FF0000"/>
                  </a:solidFill>
                  <a:prstDash val="sysDash"/>
                </a:ln>
              </p:spPr>
            </p:pic>
            <p:pic>
              <p:nvPicPr>
                <p:cNvPr id="17" name="图片 16" descr="场景鸟瞰图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11" y="2233"/>
                  <a:ext cx="4135" cy="4023"/>
                </a:xfrm>
                <a:prstGeom prst="rect">
                  <a:avLst/>
                </a:prstGeom>
              </p:spPr>
            </p:pic>
            <p:pic>
              <p:nvPicPr>
                <p:cNvPr id="19" name="图片 18" descr="估计成功的gt图"/>
                <p:cNvPicPr>
                  <a:picLocks noChangeAspect="1"/>
                </p:cNvPicPr>
                <p:nvPr/>
              </p:nvPicPr>
              <p:blipFill>
                <a:blip r:embed="rId4"/>
                <a:srcRect l="10076" t="21691" b="8414"/>
                <a:stretch>
                  <a:fillRect/>
                </a:stretch>
              </p:blipFill>
              <p:spPr>
                <a:xfrm>
                  <a:off x="5543" y="836"/>
                  <a:ext cx="1330" cy="1257"/>
                </a:xfrm>
                <a:prstGeom prst="rect">
                  <a:avLst/>
                </a:prstGeom>
                <a:ln w="15875">
                  <a:solidFill>
                    <a:srgbClr val="00B050"/>
                  </a:solidFill>
                </a:ln>
              </p:spPr>
            </p:pic>
            <p:sp>
              <p:nvSpPr>
                <p:cNvPr id="20" name="矩形 19"/>
                <p:cNvSpPr/>
                <p:nvPr/>
              </p:nvSpPr>
              <p:spPr>
                <a:xfrm>
                  <a:off x="4041" y="2646"/>
                  <a:ext cx="576" cy="624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" name="矩形 20"/>
                <p:cNvSpPr/>
                <p:nvPr/>
              </p:nvSpPr>
              <p:spPr>
                <a:xfrm>
                  <a:off x="5407" y="5414"/>
                  <a:ext cx="826" cy="48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4855" y="4502"/>
                  <a:ext cx="456" cy="851"/>
                </a:xfrm>
                <a:prstGeom prst="rect">
                  <a:avLst/>
                </a:prstGeom>
                <a:noFill/>
                <a:ln w="19050">
                  <a:solidFill>
                    <a:srgbClr val="00B050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3" name="椭圆 22"/>
              <p:cNvSpPr>
                <a:spLocks noChangeAspect="1"/>
              </p:cNvSpPr>
              <p:nvPr/>
            </p:nvSpPr>
            <p:spPr>
              <a:xfrm>
                <a:off x="2811" y="870"/>
                <a:ext cx="352" cy="35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4" name="椭圆 23"/>
              <p:cNvSpPr>
                <a:spLocks noChangeAspect="1"/>
              </p:cNvSpPr>
              <p:nvPr/>
            </p:nvSpPr>
            <p:spPr>
              <a:xfrm>
                <a:off x="4554" y="871"/>
                <a:ext cx="351" cy="35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7" name="椭圆 26"/>
              <p:cNvSpPr>
                <a:spLocks noChangeAspect="1"/>
              </p:cNvSpPr>
              <p:nvPr/>
            </p:nvSpPr>
            <p:spPr>
              <a:xfrm>
                <a:off x="6122" y="6675"/>
                <a:ext cx="283" cy="28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8" name="椭圆 27"/>
              <p:cNvSpPr>
                <a:spLocks noChangeAspect="1"/>
              </p:cNvSpPr>
              <p:nvPr/>
            </p:nvSpPr>
            <p:spPr>
              <a:xfrm>
                <a:off x="4380" y="3145"/>
                <a:ext cx="283" cy="28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1" name="任意多边形 30"/>
              <p:cNvSpPr/>
              <p:nvPr/>
            </p:nvSpPr>
            <p:spPr>
              <a:xfrm>
                <a:off x="3803" y="5787"/>
                <a:ext cx="1849" cy="1009"/>
              </a:xfrm>
              <a:custGeom>
                <a:avLst/>
                <a:gdLst>
                  <a:gd name="connisteX0" fmla="*/ 533 w 1174013"/>
                  <a:gd name="connsiteY0" fmla="*/ 274501 h 640442"/>
                  <a:gd name="connisteX1" fmla="*/ 8153 w 1174013"/>
                  <a:gd name="connsiteY1" fmla="*/ 205921 h 640442"/>
                  <a:gd name="connisteX2" fmla="*/ 61493 w 1174013"/>
                  <a:gd name="connsiteY2" fmla="*/ 129721 h 640442"/>
                  <a:gd name="connisteX3" fmla="*/ 130073 w 1174013"/>
                  <a:gd name="connsiteY3" fmla="*/ 84001 h 640442"/>
                  <a:gd name="connisteX4" fmla="*/ 198653 w 1174013"/>
                  <a:gd name="connsiteY4" fmla="*/ 45901 h 640442"/>
                  <a:gd name="connisteX5" fmla="*/ 267233 w 1174013"/>
                  <a:gd name="connsiteY5" fmla="*/ 15421 h 640442"/>
                  <a:gd name="connisteX6" fmla="*/ 343433 w 1174013"/>
                  <a:gd name="connsiteY6" fmla="*/ 7801 h 640442"/>
                  <a:gd name="connisteX7" fmla="*/ 412013 w 1174013"/>
                  <a:gd name="connsiteY7" fmla="*/ 181 h 640442"/>
                  <a:gd name="connisteX8" fmla="*/ 488213 w 1174013"/>
                  <a:gd name="connsiteY8" fmla="*/ 15421 h 640442"/>
                  <a:gd name="connisteX9" fmla="*/ 556793 w 1174013"/>
                  <a:gd name="connsiteY9" fmla="*/ 68761 h 640442"/>
                  <a:gd name="connisteX10" fmla="*/ 602513 w 1174013"/>
                  <a:gd name="connsiteY10" fmla="*/ 144961 h 640442"/>
                  <a:gd name="connisteX11" fmla="*/ 640613 w 1174013"/>
                  <a:gd name="connsiteY11" fmla="*/ 213541 h 640442"/>
                  <a:gd name="connisteX12" fmla="*/ 655853 w 1174013"/>
                  <a:gd name="connsiteY12" fmla="*/ 282121 h 640442"/>
                  <a:gd name="connisteX13" fmla="*/ 671093 w 1174013"/>
                  <a:gd name="connsiteY13" fmla="*/ 350701 h 640442"/>
                  <a:gd name="connisteX14" fmla="*/ 709193 w 1174013"/>
                  <a:gd name="connsiteY14" fmla="*/ 426901 h 640442"/>
                  <a:gd name="connisteX15" fmla="*/ 762533 w 1174013"/>
                  <a:gd name="connsiteY15" fmla="*/ 495481 h 640442"/>
                  <a:gd name="connisteX16" fmla="*/ 815873 w 1174013"/>
                  <a:gd name="connsiteY16" fmla="*/ 564061 h 640442"/>
                  <a:gd name="connisteX17" fmla="*/ 884453 w 1174013"/>
                  <a:gd name="connsiteY17" fmla="*/ 609781 h 640442"/>
                  <a:gd name="connisteX18" fmla="*/ 953033 w 1174013"/>
                  <a:gd name="connsiteY18" fmla="*/ 625021 h 640442"/>
                  <a:gd name="connisteX19" fmla="*/ 1029233 w 1174013"/>
                  <a:gd name="connsiteY19" fmla="*/ 632641 h 640442"/>
                  <a:gd name="connisteX20" fmla="*/ 1097813 w 1174013"/>
                  <a:gd name="connsiteY20" fmla="*/ 640261 h 640442"/>
                  <a:gd name="connisteX21" fmla="*/ 1174013 w 1174013"/>
                  <a:gd name="connsiteY21" fmla="*/ 625021 h 640442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  <a:cxn ang="0">
                    <a:pos x="connisteX7" y="connsiteY7"/>
                  </a:cxn>
                  <a:cxn ang="0">
                    <a:pos x="connisteX8" y="connsiteY8"/>
                  </a:cxn>
                  <a:cxn ang="0">
                    <a:pos x="connisteX9" y="connsiteY9"/>
                  </a:cxn>
                  <a:cxn ang="0">
                    <a:pos x="connisteX10" y="connsiteY10"/>
                  </a:cxn>
                  <a:cxn ang="0">
                    <a:pos x="connisteX11" y="connsiteY11"/>
                  </a:cxn>
                  <a:cxn ang="0">
                    <a:pos x="connisteX12" y="connsiteY12"/>
                  </a:cxn>
                  <a:cxn ang="0">
                    <a:pos x="connisteX13" y="connsiteY13"/>
                  </a:cxn>
                  <a:cxn ang="0">
                    <a:pos x="connisteX14" y="connsiteY14"/>
                  </a:cxn>
                  <a:cxn ang="0">
                    <a:pos x="connisteX15" y="connsiteY15"/>
                  </a:cxn>
                  <a:cxn ang="0">
                    <a:pos x="connisteX16" y="connsiteY16"/>
                  </a:cxn>
                  <a:cxn ang="0">
                    <a:pos x="connisteX17" y="connsiteY17"/>
                  </a:cxn>
                  <a:cxn ang="0">
                    <a:pos x="connisteX18" y="connsiteY18"/>
                  </a:cxn>
                  <a:cxn ang="0">
                    <a:pos x="connisteX19" y="connsiteY19"/>
                  </a:cxn>
                  <a:cxn ang="0">
                    <a:pos x="connisteX20" y="connsiteY20"/>
                  </a:cxn>
                  <a:cxn ang="0">
                    <a:pos x="connisteX21" y="connsiteY21"/>
                  </a:cxn>
                </a:cxnLst>
                <a:rect l="l" t="t" r="r" b="b"/>
                <a:pathLst>
                  <a:path w="1174014" h="640442">
                    <a:moveTo>
                      <a:pt x="534" y="274501"/>
                    </a:moveTo>
                    <a:cubicBezTo>
                      <a:pt x="1169" y="262436"/>
                      <a:pt x="-3911" y="235131"/>
                      <a:pt x="8154" y="205921"/>
                    </a:cubicBezTo>
                    <a:cubicBezTo>
                      <a:pt x="20219" y="176711"/>
                      <a:pt x="37364" y="153851"/>
                      <a:pt x="61494" y="129721"/>
                    </a:cubicBezTo>
                    <a:cubicBezTo>
                      <a:pt x="85624" y="105591"/>
                      <a:pt x="102769" y="100511"/>
                      <a:pt x="130074" y="84001"/>
                    </a:cubicBezTo>
                    <a:cubicBezTo>
                      <a:pt x="157379" y="67491"/>
                      <a:pt x="171349" y="59871"/>
                      <a:pt x="198654" y="45901"/>
                    </a:cubicBezTo>
                    <a:cubicBezTo>
                      <a:pt x="225959" y="31931"/>
                      <a:pt x="238024" y="23041"/>
                      <a:pt x="267234" y="15421"/>
                    </a:cubicBezTo>
                    <a:cubicBezTo>
                      <a:pt x="296444" y="7801"/>
                      <a:pt x="314224" y="10976"/>
                      <a:pt x="343434" y="7801"/>
                    </a:cubicBezTo>
                    <a:cubicBezTo>
                      <a:pt x="372644" y="4626"/>
                      <a:pt x="382804" y="-1089"/>
                      <a:pt x="412014" y="181"/>
                    </a:cubicBezTo>
                    <a:cubicBezTo>
                      <a:pt x="441224" y="1451"/>
                      <a:pt x="459004" y="1451"/>
                      <a:pt x="488214" y="15421"/>
                    </a:cubicBezTo>
                    <a:cubicBezTo>
                      <a:pt x="517424" y="29391"/>
                      <a:pt x="533934" y="42726"/>
                      <a:pt x="556794" y="68761"/>
                    </a:cubicBezTo>
                    <a:cubicBezTo>
                      <a:pt x="579654" y="94796"/>
                      <a:pt x="586004" y="115751"/>
                      <a:pt x="602514" y="144961"/>
                    </a:cubicBezTo>
                    <a:cubicBezTo>
                      <a:pt x="619024" y="174171"/>
                      <a:pt x="629819" y="186236"/>
                      <a:pt x="640614" y="213541"/>
                    </a:cubicBezTo>
                    <a:cubicBezTo>
                      <a:pt x="651409" y="240846"/>
                      <a:pt x="649504" y="254816"/>
                      <a:pt x="655854" y="282121"/>
                    </a:cubicBezTo>
                    <a:cubicBezTo>
                      <a:pt x="662204" y="309426"/>
                      <a:pt x="660299" y="321491"/>
                      <a:pt x="671094" y="350701"/>
                    </a:cubicBezTo>
                    <a:cubicBezTo>
                      <a:pt x="681889" y="379911"/>
                      <a:pt x="690779" y="397691"/>
                      <a:pt x="709194" y="426901"/>
                    </a:cubicBezTo>
                    <a:cubicBezTo>
                      <a:pt x="727609" y="456111"/>
                      <a:pt x="740944" y="468176"/>
                      <a:pt x="762534" y="495481"/>
                    </a:cubicBezTo>
                    <a:cubicBezTo>
                      <a:pt x="784124" y="522786"/>
                      <a:pt x="791744" y="541201"/>
                      <a:pt x="815874" y="564061"/>
                    </a:cubicBezTo>
                    <a:cubicBezTo>
                      <a:pt x="840004" y="586921"/>
                      <a:pt x="857149" y="597716"/>
                      <a:pt x="884454" y="609781"/>
                    </a:cubicBezTo>
                    <a:cubicBezTo>
                      <a:pt x="911759" y="621846"/>
                      <a:pt x="923824" y="620576"/>
                      <a:pt x="953034" y="625021"/>
                    </a:cubicBezTo>
                    <a:cubicBezTo>
                      <a:pt x="982244" y="629466"/>
                      <a:pt x="1000024" y="629466"/>
                      <a:pt x="1029234" y="632641"/>
                    </a:cubicBezTo>
                    <a:cubicBezTo>
                      <a:pt x="1058444" y="635816"/>
                      <a:pt x="1068604" y="641531"/>
                      <a:pt x="1097814" y="640261"/>
                    </a:cubicBezTo>
                    <a:cubicBezTo>
                      <a:pt x="1127024" y="638991"/>
                      <a:pt x="1160044" y="628196"/>
                      <a:pt x="1174014" y="625021"/>
                    </a:cubicBezTo>
                  </a:path>
                </a:pathLst>
              </a:custGeom>
              <a:noFill/>
              <a:ln w="19050">
                <a:solidFill>
                  <a:srgbClr val="00B050"/>
                </a:solidFill>
                <a:tailEnd type="arrow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3621" y="7798"/>
              <a:ext cx="3655" cy="386"/>
              <a:chOff x="3707" y="7928"/>
              <a:chExt cx="3655" cy="386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5652" y="7928"/>
                <a:ext cx="1711" cy="386"/>
                <a:chOff x="3453" y="7915"/>
                <a:chExt cx="1711" cy="386"/>
              </a:xfrm>
            </p:grpSpPr>
            <p:cxnSp>
              <p:nvCxnSpPr>
                <p:cNvPr id="38" name="直接连接符 37"/>
                <p:cNvCxnSpPr/>
                <p:nvPr/>
              </p:nvCxnSpPr>
              <p:spPr>
                <a:xfrm flipV="1">
                  <a:off x="3453" y="8108"/>
                  <a:ext cx="567" cy="0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39" name="文本框 38"/>
                <p:cNvSpPr txBox="1"/>
                <p:nvPr/>
              </p:nvSpPr>
              <p:spPr>
                <a:xfrm>
                  <a:off x="4075" y="7915"/>
                  <a:ext cx="1089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00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目标物体</a:t>
                  </a:r>
                  <a:endPara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707" y="7928"/>
                <a:ext cx="1711" cy="386"/>
                <a:chOff x="3453" y="7915"/>
                <a:chExt cx="1711" cy="386"/>
              </a:xfrm>
            </p:grpSpPr>
            <p:cxnSp>
              <p:nvCxnSpPr>
                <p:cNvPr id="41" name="直接连接符 40"/>
                <p:cNvCxnSpPr/>
                <p:nvPr/>
              </p:nvCxnSpPr>
              <p:spPr>
                <a:xfrm flipV="1">
                  <a:off x="3453" y="8108"/>
                  <a:ext cx="567" cy="0"/>
                </a:xfrm>
                <a:prstGeom prst="line">
                  <a:avLst/>
                </a:prstGeom>
                <a:ln w="19050">
                  <a:solidFill>
                    <a:srgbClr val="FF0000"/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2" name="文本框 41"/>
                <p:cNvSpPr txBox="1"/>
                <p:nvPr/>
              </p:nvSpPr>
              <p:spPr>
                <a:xfrm>
                  <a:off x="4075" y="7915"/>
                  <a:ext cx="1089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000">
                      <a:latin typeface="宋体" panose="02010600030101010101" pitchFamily="2" charset="-122"/>
                      <a:ea typeface="宋体" panose="02010600030101010101" pitchFamily="2" charset="-122"/>
                    </a:rPr>
                    <a:t>相似物体</a:t>
                  </a:r>
                  <a:endParaRPr lang="zh-CN" altLang="en-US" sz="100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69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0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1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2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3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4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5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6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7.xml><?xml version="1.0" encoding="utf-8"?>
<p:tagLst xmlns:p="http://schemas.openxmlformats.org/presentationml/2006/main">
  <p:tag name="KSO_WM_DIAGRAM_VIRTUALLY_FRAME" val="{&quot;height&quot;:311.8142519685039,&quot;left&quot;:126.00850393700787,&quot;top&quot;:49.42330708661417,&quot;width&quot;:274.6}"/>
</p:tagLst>
</file>

<file path=ppt/tags/tag78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79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0.xml><?xml version="1.0" encoding="utf-8"?>
<p:tagLst xmlns:p="http://schemas.openxmlformats.org/presentationml/2006/main">
  <p:tag name="KSO_WM_DIAGRAM_VIRTUALLY_FRAME" val="{&quot;height&quot;:154.45,&quot;left&quot;:126.7,&quot;top&quot;:188.15,&quot;width&quot;:249.35}"/>
</p:tagLst>
</file>

<file path=ppt/tags/tag81.xml><?xml version="1.0" encoding="utf-8"?>
<p:tagLst xmlns:p="http://schemas.openxmlformats.org/presentationml/2006/main">
  <p:tag name="KSO_WM_DIAGRAM_VIRTUALLY_FRAME" val="{&quot;height&quot;:154.45,&quot;left&quot;:126.7,&quot;top&quot;:188.15,&quot;width&quot;:249.35}"/>
</p:tagLst>
</file>

<file path=ppt/tags/tag82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3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4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5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6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7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8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89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0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1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2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3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4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5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6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ags/tag97.xml><?xml version="1.0" encoding="utf-8"?>
<p:tagLst xmlns:p="http://schemas.openxmlformats.org/presentationml/2006/main">
  <p:tag name="KSO_WM_DIAGRAM_VIRTUALLY_FRAME" val="{&quot;height&quot;:176.2,&quot;left&quot;:11.5,&quot;top&quot;:188.15,&quot;width&quot;:523.7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WPS 演示</Application>
  <PresentationFormat>自定义</PresentationFormat>
  <Paragraphs>149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Times New Roman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LiYuki</cp:lastModifiedBy>
  <cp:revision>207</cp:revision>
  <dcterms:created xsi:type="dcterms:W3CDTF">2019-06-19T02:08:00Z</dcterms:created>
  <dcterms:modified xsi:type="dcterms:W3CDTF">2026-05-27T13:11:43Z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20CFD51B35B740C7BAA2BB5EDABFC11E_11</vt:lpwstr>
  </property>
</Properties>
</file>